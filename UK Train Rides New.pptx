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1.xml" ContentType="application/vnd.openxmlformats-officedocument.themeOverr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9"/>
  </p:notesMasterIdLst>
  <p:sldIdLst>
    <p:sldId id="256" r:id="rId2"/>
    <p:sldId id="298" r:id="rId3"/>
    <p:sldId id="258" r:id="rId4"/>
    <p:sldId id="259" r:id="rId5"/>
    <p:sldId id="261" r:id="rId6"/>
    <p:sldId id="300" r:id="rId7"/>
    <p:sldId id="262" r:id="rId8"/>
    <p:sldId id="263" r:id="rId9"/>
    <p:sldId id="299" r:id="rId10"/>
    <p:sldId id="268" r:id="rId11"/>
    <p:sldId id="303" r:id="rId12"/>
    <p:sldId id="304" r:id="rId13"/>
    <p:sldId id="305" r:id="rId14"/>
    <p:sldId id="306" r:id="rId15"/>
    <p:sldId id="301" r:id="rId16"/>
    <p:sldId id="302" r:id="rId17"/>
    <p:sldId id="307" r:id="rId18"/>
  </p:sldIdLst>
  <p:sldSz cx="9144000" cy="5143500" type="screen16x9"/>
  <p:notesSz cx="6858000" cy="9144000"/>
  <p:embeddedFontLst>
    <p:embeddedFont>
      <p:font typeface="Anaheim" panose="020B0604020202020204" charset="0"/>
      <p:regular r:id="rId20"/>
      <p:bold r:id="rId21"/>
    </p:embeddedFont>
    <p:embeddedFont>
      <p:font typeface="Nunito Light" pitchFamily="2" charset="0"/>
      <p:regular r:id="rId22"/>
      <p:italic r:id="rId23"/>
    </p:embeddedFont>
    <p:embeddedFont>
      <p:font typeface="Poppins" panose="000005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3097BAA-CEEC-4BB7-A9F6-DA4A62368F4E}">
  <a:tblStyle styleId="{73097BAA-CEEC-4BB7-A9F6-DA4A62368F4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0BD2CB6-E838-4768-933C-AC1B0428C99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a:extLst>
            <a:ext uri="{FF2B5EF4-FFF2-40B4-BE49-F238E27FC236}">
              <a16:creationId xmlns:a16="http://schemas.microsoft.com/office/drawing/2014/main" id="{682D472C-711F-345A-C90A-99215701747A}"/>
            </a:ext>
          </a:extLst>
        </p:cNvPr>
        <p:cNvGrpSpPr/>
        <p:nvPr/>
      </p:nvGrpSpPr>
      <p:grpSpPr>
        <a:xfrm>
          <a:off x="0" y="0"/>
          <a:ext cx="0" cy="0"/>
          <a:chOff x="0" y="0"/>
          <a:chExt cx="0" cy="0"/>
        </a:xfrm>
      </p:grpSpPr>
      <p:sp>
        <p:nvSpPr>
          <p:cNvPr id="332" name="Google Shape;332;gd431007ba2_0_208:notes">
            <a:extLst>
              <a:ext uri="{FF2B5EF4-FFF2-40B4-BE49-F238E27FC236}">
                <a16:creationId xmlns:a16="http://schemas.microsoft.com/office/drawing/2014/main" id="{AE0A2C7F-38D2-2AD9-6EE2-23352FEB76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d431007ba2_0_208:notes">
            <a:extLst>
              <a:ext uri="{FF2B5EF4-FFF2-40B4-BE49-F238E27FC236}">
                <a16:creationId xmlns:a16="http://schemas.microsoft.com/office/drawing/2014/main" id="{E670F176-CB62-D329-6E77-D711942276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3227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a:extLst>
            <a:ext uri="{FF2B5EF4-FFF2-40B4-BE49-F238E27FC236}">
              <a16:creationId xmlns:a16="http://schemas.microsoft.com/office/drawing/2014/main" id="{6FABCD4C-2258-8D23-B14A-C81BAB31E52A}"/>
            </a:ext>
          </a:extLst>
        </p:cNvPr>
        <p:cNvGrpSpPr/>
        <p:nvPr/>
      </p:nvGrpSpPr>
      <p:grpSpPr>
        <a:xfrm>
          <a:off x="0" y="0"/>
          <a:ext cx="0" cy="0"/>
          <a:chOff x="0" y="0"/>
          <a:chExt cx="0" cy="0"/>
        </a:xfrm>
      </p:grpSpPr>
      <p:sp>
        <p:nvSpPr>
          <p:cNvPr id="374" name="Google Shape;374;g3402c295343_0_0:notes">
            <a:extLst>
              <a:ext uri="{FF2B5EF4-FFF2-40B4-BE49-F238E27FC236}">
                <a16:creationId xmlns:a16="http://schemas.microsoft.com/office/drawing/2014/main" id="{FC07D790-DDDA-879F-3DED-DDE3BF19DE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a:extLst>
              <a:ext uri="{FF2B5EF4-FFF2-40B4-BE49-F238E27FC236}">
                <a16:creationId xmlns:a16="http://schemas.microsoft.com/office/drawing/2014/main" id="{41E4AA3A-2728-A808-F2DA-1568DE8644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5659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a:extLst>
            <a:ext uri="{FF2B5EF4-FFF2-40B4-BE49-F238E27FC236}">
              <a16:creationId xmlns:a16="http://schemas.microsoft.com/office/drawing/2014/main" id="{7D3CAB17-998C-3536-30E7-DE3472208173}"/>
            </a:ext>
          </a:extLst>
        </p:cNvPr>
        <p:cNvGrpSpPr/>
        <p:nvPr/>
      </p:nvGrpSpPr>
      <p:grpSpPr>
        <a:xfrm>
          <a:off x="0" y="0"/>
          <a:ext cx="0" cy="0"/>
          <a:chOff x="0" y="0"/>
          <a:chExt cx="0" cy="0"/>
        </a:xfrm>
      </p:grpSpPr>
      <p:sp>
        <p:nvSpPr>
          <p:cNvPr id="380" name="Google Shape;380;g54dda1946d_6_332:notes">
            <a:extLst>
              <a:ext uri="{FF2B5EF4-FFF2-40B4-BE49-F238E27FC236}">
                <a16:creationId xmlns:a16="http://schemas.microsoft.com/office/drawing/2014/main" id="{898178C9-B6B2-8449-E9F3-F2CF82A7F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54dda1946d_6_332:notes">
            <a:extLst>
              <a:ext uri="{FF2B5EF4-FFF2-40B4-BE49-F238E27FC236}">
                <a16:creationId xmlns:a16="http://schemas.microsoft.com/office/drawing/2014/main" id="{6B09912D-5F97-A80D-CE96-71053C8E28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78378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84d99d1a72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84d99d1a72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311735E5-0F32-C061-83B5-A60B54D2B0EB}"/>
            </a:ext>
          </a:extLst>
        </p:cNvPr>
        <p:cNvGrpSpPr/>
        <p:nvPr/>
      </p:nvGrpSpPr>
      <p:grpSpPr>
        <a:xfrm>
          <a:off x="0" y="0"/>
          <a:ext cx="0" cy="0"/>
          <a:chOff x="0" y="0"/>
          <a:chExt cx="0" cy="0"/>
        </a:xfrm>
      </p:grpSpPr>
      <p:sp>
        <p:nvSpPr>
          <p:cNvPr id="400" name="Google Shape;400;g184d99d1a72_0_15:notes">
            <a:extLst>
              <a:ext uri="{FF2B5EF4-FFF2-40B4-BE49-F238E27FC236}">
                <a16:creationId xmlns:a16="http://schemas.microsoft.com/office/drawing/2014/main" id="{E0C059CF-AB49-E65F-9668-9941A77537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184d99d1a72_0_15:notes">
            <a:extLst>
              <a:ext uri="{FF2B5EF4-FFF2-40B4-BE49-F238E27FC236}">
                <a16:creationId xmlns:a16="http://schemas.microsoft.com/office/drawing/2014/main" id="{165B38D2-89C2-1ACD-8DFD-ADCB0EDB9B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4393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C736BDCE-15BF-4123-0EC2-F9B4FA61E413}"/>
            </a:ext>
          </a:extLst>
        </p:cNvPr>
        <p:cNvGrpSpPr/>
        <p:nvPr/>
      </p:nvGrpSpPr>
      <p:grpSpPr>
        <a:xfrm>
          <a:off x="0" y="0"/>
          <a:ext cx="0" cy="0"/>
          <a:chOff x="0" y="0"/>
          <a:chExt cx="0" cy="0"/>
        </a:xfrm>
      </p:grpSpPr>
      <p:sp>
        <p:nvSpPr>
          <p:cNvPr id="400" name="Google Shape;400;g184d99d1a72_0_15:notes">
            <a:extLst>
              <a:ext uri="{FF2B5EF4-FFF2-40B4-BE49-F238E27FC236}">
                <a16:creationId xmlns:a16="http://schemas.microsoft.com/office/drawing/2014/main" id="{8F50B047-F697-99BB-7CF4-69FC3118C6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184d99d1a72_0_15:notes">
            <a:extLst>
              <a:ext uri="{FF2B5EF4-FFF2-40B4-BE49-F238E27FC236}">
                <a16:creationId xmlns:a16="http://schemas.microsoft.com/office/drawing/2014/main" id="{558D36D6-5129-4F75-4B78-6B7DF030B3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685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C6223F84-C228-EEA9-5D6A-D5B4730AB4DE}"/>
            </a:ext>
          </a:extLst>
        </p:cNvPr>
        <p:cNvGrpSpPr/>
        <p:nvPr/>
      </p:nvGrpSpPr>
      <p:grpSpPr>
        <a:xfrm>
          <a:off x="0" y="0"/>
          <a:ext cx="0" cy="0"/>
          <a:chOff x="0" y="0"/>
          <a:chExt cx="0" cy="0"/>
        </a:xfrm>
      </p:grpSpPr>
      <p:sp>
        <p:nvSpPr>
          <p:cNvPr id="400" name="Google Shape;400;g184d99d1a72_0_15:notes">
            <a:extLst>
              <a:ext uri="{FF2B5EF4-FFF2-40B4-BE49-F238E27FC236}">
                <a16:creationId xmlns:a16="http://schemas.microsoft.com/office/drawing/2014/main" id="{2038818D-A7BD-7E92-7108-085702BB19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184d99d1a72_0_15:notes">
            <a:extLst>
              <a:ext uri="{FF2B5EF4-FFF2-40B4-BE49-F238E27FC236}">
                <a16:creationId xmlns:a16="http://schemas.microsoft.com/office/drawing/2014/main" id="{DBA02B5F-F593-691F-D948-0A903BC6C4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73963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A1026B77-16FD-63D0-AE1F-FAD01A6B9D01}"/>
            </a:ext>
          </a:extLst>
        </p:cNvPr>
        <p:cNvGrpSpPr/>
        <p:nvPr/>
      </p:nvGrpSpPr>
      <p:grpSpPr>
        <a:xfrm>
          <a:off x="0" y="0"/>
          <a:ext cx="0" cy="0"/>
          <a:chOff x="0" y="0"/>
          <a:chExt cx="0" cy="0"/>
        </a:xfrm>
      </p:grpSpPr>
      <p:sp>
        <p:nvSpPr>
          <p:cNvPr id="400" name="Google Shape;400;g184d99d1a72_0_15:notes">
            <a:extLst>
              <a:ext uri="{FF2B5EF4-FFF2-40B4-BE49-F238E27FC236}">
                <a16:creationId xmlns:a16="http://schemas.microsoft.com/office/drawing/2014/main" id="{6D9C9D1F-FB6F-F75E-CE46-5F13A7E4C3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184d99d1a72_0_15:notes">
            <a:extLst>
              <a:ext uri="{FF2B5EF4-FFF2-40B4-BE49-F238E27FC236}">
                <a16:creationId xmlns:a16="http://schemas.microsoft.com/office/drawing/2014/main" id="{FA58FA2E-BD64-D437-002D-AC5864DFA3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0640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4F703654-FC71-B79F-B759-F86BD95606B3}"/>
            </a:ext>
          </a:extLst>
        </p:cNvPr>
        <p:cNvGrpSpPr/>
        <p:nvPr/>
      </p:nvGrpSpPr>
      <p:grpSpPr>
        <a:xfrm>
          <a:off x="0" y="0"/>
          <a:ext cx="0" cy="0"/>
          <a:chOff x="0" y="0"/>
          <a:chExt cx="0" cy="0"/>
        </a:xfrm>
      </p:grpSpPr>
      <p:sp>
        <p:nvSpPr>
          <p:cNvPr id="486" name="Google Shape;486;g184d99d1a72_0_242:notes">
            <a:extLst>
              <a:ext uri="{FF2B5EF4-FFF2-40B4-BE49-F238E27FC236}">
                <a16:creationId xmlns:a16="http://schemas.microsoft.com/office/drawing/2014/main" id="{60B0CB8F-7E56-FF08-5AA1-0658FAA7A0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84d99d1a72_0_242:notes">
            <a:extLst>
              <a:ext uri="{FF2B5EF4-FFF2-40B4-BE49-F238E27FC236}">
                <a16:creationId xmlns:a16="http://schemas.microsoft.com/office/drawing/2014/main" id="{4A7B720B-44BE-5E98-72C5-012856BDB3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69801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8F917E1B-E55A-1C53-3D8C-EA86E205B1A4}"/>
            </a:ext>
          </a:extLst>
        </p:cNvPr>
        <p:cNvGrpSpPr/>
        <p:nvPr/>
      </p:nvGrpSpPr>
      <p:grpSpPr>
        <a:xfrm>
          <a:off x="0" y="0"/>
          <a:ext cx="0" cy="0"/>
          <a:chOff x="0" y="0"/>
          <a:chExt cx="0" cy="0"/>
        </a:xfrm>
      </p:grpSpPr>
      <p:sp>
        <p:nvSpPr>
          <p:cNvPr id="486" name="Google Shape;486;g184d99d1a72_0_242:notes">
            <a:extLst>
              <a:ext uri="{FF2B5EF4-FFF2-40B4-BE49-F238E27FC236}">
                <a16:creationId xmlns:a16="http://schemas.microsoft.com/office/drawing/2014/main" id="{2FC357BA-7025-E80E-7643-600FEE701A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84d99d1a72_0_242:notes">
            <a:extLst>
              <a:ext uri="{FF2B5EF4-FFF2-40B4-BE49-F238E27FC236}">
                <a16:creationId xmlns:a16="http://schemas.microsoft.com/office/drawing/2014/main" id="{A54D4CED-2BF2-00C5-2031-B925F811D3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77284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0" name="Google Shape;10;p2"/>
          <p:cNvSpPr txBox="1">
            <a:spLocks noGrp="1"/>
          </p:cNvSpPr>
          <p:nvPr>
            <p:ph type="ctrTitle"/>
          </p:nvPr>
        </p:nvSpPr>
        <p:spPr>
          <a:xfrm>
            <a:off x="972300" y="1482800"/>
            <a:ext cx="7199400" cy="14772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972300" y="3239202"/>
            <a:ext cx="7199400" cy="421500"/>
          </a:xfrm>
          <a:prstGeom prst="rect">
            <a:avLst/>
          </a:prstGeom>
          <a:noFill/>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6825" y="1613"/>
            <a:ext cx="9163538" cy="5147081"/>
            <a:chOff x="-21325" y="-6819"/>
            <a:chExt cx="9163538" cy="5147081"/>
          </a:xfrm>
        </p:grpSpPr>
        <p:grpSp>
          <p:nvGrpSpPr>
            <p:cNvPr id="13" name="Google Shape;13;p2"/>
            <p:cNvGrpSpPr/>
            <p:nvPr/>
          </p:nvGrpSpPr>
          <p:grpSpPr>
            <a:xfrm>
              <a:off x="2626712" y="4610687"/>
              <a:ext cx="6515501" cy="529575"/>
              <a:chOff x="2626712" y="4610687"/>
              <a:chExt cx="6515501" cy="529575"/>
            </a:xfrm>
          </p:grpSpPr>
          <p:pic>
            <p:nvPicPr>
              <p:cNvPr id="14" name="Google Shape;14;p2"/>
              <p:cNvPicPr preferRelativeResize="0"/>
              <p:nvPr/>
            </p:nvPicPr>
            <p:blipFill>
              <a:blip r:embed="rId3">
                <a:alphaModFix/>
              </a:blip>
              <a:stretch>
                <a:fillRect/>
              </a:stretch>
            </p:blipFill>
            <p:spPr>
              <a:xfrm rot="10800000">
                <a:off x="2626712" y="4610687"/>
                <a:ext cx="6515501" cy="529575"/>
              </a:xfrm>
              <a:prstGeom prst="rect">
                <a:avLst/>
              </a:prstGeom>
              <a:noFill/>
              <a:ln>
                <a:noFill/>
              </a:ln>
            </p:spPr>
          </p:pic>
          <p:pic>
            <p:nvPicPr>
              <p:cNvPr id="15" name="Google Shape;15;p2"/>
              <p:cNvPicPr preferRelativeResize="0"/>
              <p:nvPr/>
            </p:nvPicPr>
            <p:blipFill>
              <a:blip r:embed="rId4">
                <a:alphaModFix/>
              </a:blip>
              <a:stretch>
                <a:fillRect/>
              </a:stretch>
            </p:blipFill>
            <p:spPr>
              <a:xfrm rot="10800000">
                <a:off x="7293388" y="4840980"/>
                <a:ext cx="1585464" cy="69000"/>
              </a:xfrm>
              <a:prstGeom prst="rect">
                <a:avLst/>
              </a:prstGeom>
              <a:noFill/>
              <a:ln>
                <a:noFill/>
              </a:ln>
            </p:spPr>
          </p:pic>
        </p:grpSp>
        <p:grpSp>
          <p:nvGrpSpPr>
            <p:cNvPr id="16" name="Google Shape;16;p2"/>
            <p:cNvGrpSpPr/>
            <p:nvPr/>
          </p:nvGrpSpPr>
          <p:grpSpPr>
            <a:xfrm>
              <a:off x="-21325" y="-6819"/>
              <a:ext cx="6523526" cy="536050"/>
              <a:chOff x="-21325" y="-6819"/>
              <a:chExt cx="6523526" cy="536050"/>
            </a:xfrm>
          </p:grpSpPr>
          <p:pic>
            <p:nvPicPr>
              <p:cNvPr id="17" name="Google Shape;17;p2"/>
              <p:cNvPicPr preferRelativeResize="0"/>
              <p:nvPr/>
            </p:nvPicPr>
            <p:blipFill>
              <a:blip r:embed="rId5">
                <a:alphaModFix/>
              </a:blip>
              <a:stretch>
                <a:fillRect/>
              </a:stretch>
            </p:blipFill>
            <p:spPr>
              <a:xfrm>
                <a:off x="-21325" y="-6819"/>
                <a:ext cx="6523526" cy="536050"/>
              </a:xfrm>
              <a:prstGeom prst="rect">
                <a:avLst/>
              </a:prstGeom>
              <a:noFill/>
              <a:ln>
                <a:noFill/>
              </a:ln>
            </p:spPr>
          </p:pic>
          <p:pic>
            <p:nvPicPr>
              <p:cNvPr id="18" name="Google Shape;18;p2"/>
              <p:cNvPicPr preferRelativeResize="0"/>
              <p:nvPr/>
            </p:nvPicPr>
            <p:blipFill>
              <a:blip r:embed="rId4">
                <a:alphaModFix/>
              </a:blip>
              <a:stretch>
                <a:fillRect/>
              </a:stretch>
            </p:blipFill>
            <p:spPr>
              <a:xfrm>
                <a:off x="243800" y="239786"/>
                <a:ext cx="1585464" cy="69000"/>
              </a:xfrm>
              <a:prstGeom prst="rect">
                <a:avLst/>
              </a:prstGeom>
              <a:noFill/>
              <a:ln>
                <a:noFill/>
              </a:ln>
            </p:spPr>
          </p:pic>
        </p:grpSp>
      </p:grpSp>
      <p:grpSp>
        <p:nvGrpSpPr>
          <p:cNvPr id="19" name="Google Shape;19;p2"/>
          <p:cNvGrpSpPr/>
          <p:nvPr/>
        </p:nvGrpSpPr>
        <p:grpSpPr>
          <a:xfrm>
            <a:off x="-6819" y="-7400"/>
            <a:ext cx="9157637" cy="5158300"/>
            <a:chOff x="0" y="0"/>
            <a:chExt cx="9157637" cy="5158300"/>
          </a:xfrm>
        </p:grpSpPr>
        <p:pic>
          <p:nvPicPr>
            <p:cNvPr id="20" name="Google Shape;20;p2"/>
            <p:cNvPicPr preferRelativeResize="0"/>
            <p:nvPr/>
          </p:nvPicPr>
          <p:blipFill>
            <a:blip r:embed="rId6">
              <a:alphaModFix/>
            </a:blip>
            <a:stretch>
              <a:fillRect/>
            </a:stretch>
          </p:blipFill>
          <p:spPr>
            <a:xfrm>
              <a:off x="7906088" y="0"/>
              <a:ext cx="1251550" cy="1251550"/>
            </a:xfrm>
            <a:prstGeom prst="rect">
              <a:avLst/>
            </a:prstGeom>
            <a:noFill/>
            <a:ln>
              <a:noFill/>
            </a:ln>
          </p:spPr>
        </p:pic>
        <p:pic>
          <p:nvPicPr>
            <p:cNvPr id="21" name="Google Shape;21;p2"/>
            <p:cNvPicPr preferRelativeResize="0"/>
            <p:nvPr/>
          </p:nvPicPr>
          <p:blipFill>
            <a:blip r:embed="rId7">
              <a:alphaModFix/>
            </a:blip>
            <a:stretch>
              <a:fillRect/>
            </a:stretch>
          </p:blipFill>
          <p:spPr>
            <a:xfrm>
              <a:off x="0" y="3906750"/>
              <a:ext cx="1251550" cy="1251550"/>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0"/>
        <p:cNvGrpSpPr/>
        <p:nvPr/>
      </p:nvGrpSpPr>
      <p:grpSpPr>
        <a:xfrm>
          <a:off x="0" y="0"/>
          <a:ext cx="0" cy="0"/>
          <a:chOff x="0" y="0"/>
          <a:chExt cx="0" cy="0"/>
        </a:xfrm>
      </p:grpSpPr>
      <p:pic>
        <p:nvPicPr>
          <p:cNvPr id="41" name="Google Shape;41;p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42" name="Google Shape;42;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3" name="Google Shape;43;p5"/>
          <p:cNvSpPr txBox="1">
            <a:spLocks noGrp="1"/>
          </p:cNvSpPr>
          <p:nvPr>
            <p:ph type="subTitle" idx="1"/>
          </p:nvPr>
        </p:nvSpPr>
        <p:spPr>
          <a:xfrm>
            <a:off x="3553500" y="3054555"/>
            <a:ext cx="4787100" cy="903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4" name="Google Shape;44;p5"/>
          <p:cNvSpPr txBox="1">
            <a:spLocks noGrp="1"/>
          </p:cNvSpPr>
          <p:nvPr>
            <p:ph type="subTitle" idx="2"/>
          </p:nvPr>
        </p:nvSpPr>
        <p:spPr>
          <a:xfrm>
            <a:off x="3553500" y="1649136"/>
            <a:ext cx="4787100" cy="903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5" name="Google Shape;45;p5"/>
          <p:cNvSpPr txBox="1">
            <a:spLocks noGrp="1"/>
          </p:cNvSpPr>
          <p:nvPr>
            <p:ph type="subTitle" idx="3"/>
          </p:nvPr>
        </p:nvSpPr>
        <p:spPr>
          <a:xfrm>
            <a:off x="1859700" y="1649136"/>
            <a:ext cx="1541400" cy="903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46" name="Google Shape;46;p5"/>
          <p:cNvSpPr txBox="1">
            <a:spLocks noGrp="1"/>
          </p:cNvSpPr>
          <p:nvPr>
            <p:ph type="subTitle" idx="4"/>
          </p:nvPr>
        </p:nvSpPr>
        <p:spPr>
          <a:xfrm>
            <a:off x="1859700" y="3054549"/>
            <a:ext cx="1541400" cy="903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grpSp>
        <p:nvGrpSpPr>
          <p:cNvPr id="47" name="Google Shape;47;p5"/>
          <p:cNvGrpSpPr/>
          <p:nvPr/>
        </p:nvGrpSpPr>
        <p:grpSpPr>
          <a:xfrm rot="10800000">
            <a:off x="2620475" y="4773475"/>
            <a:ext cx="6523526" cy="369900"/>
            <a:chOff x="0" y="0"/>
            <a:chExt cx="6523526" cy="369900"/>
          </a:xfrm>
        </p:grpSpPr>
        <p:pic>
          <p:nvPicPr>
            <p:cNvPr id="48" name="Google Shape;48;p5"/>
            <p:cNvPicPr preferRelativeResize="0"/>
            <p:nvPr/>
          </p:nvPicPr>
          <p:blipFill>
            <a:blip r:embed="rId3">
              <a:alphaModFix/>
            </a:blip>
            <a:stretch>
              <a:fillRect/>
            </a:stretch>
          </p:blipFill>
          <p:spPr>
            <a:xfrm>
              <a:off x="0" y="0"/>
              <a:ext cx="6523526" cy="369900"/>
            </a:xfrm>
            <a:prstGeom prst="rect">
              <a:avLst/>
            </a:prstGeom>
            <a:noFill/>
            <a:ln>
              <a:noFill/>
            </a:ln>
          </p:spPr>
        </p:pic>
        <p:pic>
          <p:nvPicPr>
            <p:cNvPr id="49" name="Google Shape;49;p5"/>
            <p:cNvPicPr preferRelativeResize="0"/>
            <p:nvPr/>
          </p:nvPicPr>
          <p:blipFill>
            <a:blip r:embed="rId4">
              <a:alphaModFix/>
            </a:blip>
            <a:stretch>
              <a:fillRect/>
            </a:stretch>
          </p:blipFill>
          <p:spPr>
            <a:xfrm>
              <a:off x="265125" y="150455"/>
              <a:ext cx="1585464" cy="69000"/>
            </a:xfrm>
            <a:prstGeom prst="rect">
              <a:avLst/>
            </a:prstGeom>
            <a:noFill/>
            <a:ln>
              <a:noFill/>
            </a:ln>
          </p:spPr>
        </p:pic>
      </p:grpSp>
      <p:pic>
        <p:nvPicPr>
          <p:cNvPr id="50" name="Google Shape;50;p5"/>
          <p:cNvPicPr preferRelativeResize="0"/>
          <p:nvPr/>
        </p:nvPicPr>
        <p:blipFill>
          <a:blip r:embed="rId5">
            <a:alphaModFix/>
          </a:blip>
          <a:stretch>
            <a:fillRect/>
          </a:stretch>
        </p:blipFill>
        <p:spPr>
          <a:xfrm>
            <a:off x="0" y="4170737"/>
            <a:ext cx="972775" cy="9727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pic>
        <p:nvPicPr>
          <p:cNvPr id="52" name="Google Shape;52;p6"/>
          <p:cNvPicPr preferRelativeResize="0"/>
          <p:nvPr/>
        </p:nvPicPr>
        <p:blipFill>
          <a:blip r:embed="rId2">
            <a:alphaModFix/>
          </a:blip>
          <a:stretch>
            <a:fillRect/>
          </a:stretch>
        </p:blipFill>
        <p:spPr>
          <a:xfrm>
            <a:off x="-25" y="0"/>
            <a:ext cx="9144000" cy="5143500"/>
          </a:xfrm>
          <a:prstGeom prst="rect">
            <a:avLst/>
          </a:prstGeom>
          <a:noFill/>
          <a:ln>
            <a:noFill/>
          </a:ln>
        </p:spPr>
      </p:pic>
      <p:sp>
        <p:nvSpPr>
          <p:cNvPr id="53" name="Google Shape;53;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pic>
        <p:nvPicPr>
          <p:cNvPr id="54" name="Google Shape;54;p6"/>
          <p:cNvPicPr preferRelativeResize="0"/>
          <p:nvPr/>
        </p:nvPicPr>
        <p:blipFill rotWithShape="1">
          <a:blip r:embed="rId3">
            <a:alphaModFix/>
          </a:blip>
          <a:srcRect l="31651" t="130" b="18270"/>
          <a:stretch/>
        </p:blipFill>
        <p:spPr>
          <a:xfrm rot="10800000" flipH="1">
            <a:off x="8199274" y="11375"/>
            <a:ext cx="1173326" cy="1070099"/>
          </a:xfrm>
          <a:prstGeom prst="rect">
            <a:avLst/>
          </a:prstGeom>
          <a:noFill/>
          <a:ln>
            <a:noFill/>
          </a:ln>
        </p:spPr>
      </p:pic>
      <p:pic>
        <p:nvPicPr>
          <p:cNvPr id="55" name="Google Shape;55;p6"/>
          <p:cNvPicPr preferRelativeResize="0"/>
          <p:nvPr/>
        </p:nvPicPr>
        <p:blipFill>
          <a:blip r:embed="rId4">
            <a:alphaModFix/>
          </a:blip>
          <a:stretch>
            <a:fillRect/>
          </a:stretch>
        </p:blipFill>
        <p:spPr>
          <a:xfrm rot="10800000">
            <a:off x="-1" y="4170725"/>
            <a:ext cx="972775" cy="9727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
        <p:cNvGrpSpPr/>
        <p:nvPr/>
      </p:nvGrpSpPr>
      <p:grpSpPr>
        <a:xfrm>
          <a:off x="0" y="0"/>
          <a:ext cx="0" cy="0"/>
          <a:chOff x="0" y="0"/>
          <a:chExt cx="0" cy="0"/>
        </a:xfrm>
      </p:grpSpPr>
      <p:pic>
        <p:nvPicPr>
          <p:cNvPr id="57" name="Google Shape;57;p7"/>
          <p:cNvPicPr preferRelativeResize="0"/>
          <p:nvPr/>
        </p:nvPicPr>
        <p:blipFill>
          <a:blip r:embed="rId2">
            <a:alphaModFix/>
          </a:blip>
          <a:stretch>
            <a:fillRect/>
          </a:stretch>
        </p:blipFill>
        <p:spPr>
          <a:xfrm>
            <a:off x="-25" y="0"/>
            <a:ext cx="9144000" cy="5143500"/>
          </a:xfrm>
          <a:prstGeom prst="rect">
            <a:avLst/>
          </a:prstGeom>
          <a:noFill/>
          <a:ln>
            <a:noFill/>
          </a:ln>
        </p:spPr>
      </p:pic>
      <p:sp>
        <p:nvSpPr>
          <p:cNvPr id="58" name="Google Shape;58;p7"/>
          <p:cNvSpPr txBox="1">
            <a:spLocks noGrp="1"/>
          </p:cNvSpPr>
          <p:nvPr>
            <p:ph type="title"/>
          </p:nvPr>
        </p:nvSpPr>
        <p:spPr>
          <a:xfrm>
            <a:off x="713225" y="987538"/>
            <a:ext cx="4294800" cy="1062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9" name="Google Shape;59;p7"/>
          <p:cNvSpPr txBox="1">
            <a:spLocks noGrp="1"/>
          </p:cNvSpPr>
          <p:nvPr>
            <p:ph type="subTitle" idx="1"/>
          </p:nvPr>
        </p:nvSpPr>
        <p:spPr>
          <a:xfrm>
            <a:off x="713225" y="2109663"/>
            <a:ext cx="4294800" cy="250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60" name="Google Shape;60;p7"/>
          <p:cNvSpPr>
            <a:spLocks noGrp="1"/>
          </p:cNvSpPr>
          <p:nvPr>
            <p:ph type="pic" idx="2"/>
          </p:nvPr>
        </p:nvSpPr>
        <p:spPr>
          <a:xfrm>
            <a:off x="5643775" y="539500"/>
            <a:ext cx="2787000" cy="4064400"/>
          </a:xfrm>
          <a:prstGeom prst="round2DiagRect">
            <a:avLst>
              <a:gd name="adj1" fmla="val 16667"/>
              <a:gd name="adj2" fmla="val 0"/>
            </a:avLst>
          </a:prstGeom>
          <a:noFill/>
          <a:ln>
            <a:noFill/>
          </a:ln>
        </p:spPr>
      </p:sp>
      <p:pic>
        <p:nvPicPr>
          <p:cNvPr id="61" name="Google Shape;61;p7"/>
          <p:cNvPicPr preferRelativeResize="0"/>
          <p:nvPr/>
        </p:nvPicPr>
        <p:blipFill>
          <a:blip r:embed="rId3">
            <a:alphaModFix/>
          </a:blip>
          <a:stretch>
            <a:fillRect/>
          </a:stretch>
        </p:blipFill>
        <p:spPr>
          <a:xfrm rot="-5400000" flipH="1">
            <a:off x="-25" y="4170725"/>
            <a:ext cx="972775" cy="972775"/>
          </a:xfrm>
          <a:prstGeom prst="rect">
            <a:avLst/>
          </a:prstGeom>
          <a:noFill/>
          <a:ln>
            <a:noFill/>
          </a:ln>
        </p:spPr>
      </p:pic>
      <p:pic>
        <p:nvPicPr>
          <p:cNvPr id="62" name="Google Shape;62;p7"/>
          <p:cNvPicPr preferRelativeResize="0"/>
          <p:nvPr/>
        </p:nvPicPr>
        <p:blipFill rotWithShape="1">
          <a:blip r:embed="rId4">
            <a:alphaModFix/>
          </a:blip>
          <a:srcRect t="129" b="129"/>
          <a:stretch/>
        </p:blipFill>
        <p:spPr>
          <a:xfrm rot="-5400000">
            <a:off x="7509601" y="3503753"/>
            <a:ext cx="1716695" cy="1307947"/>
          </a:xfrm>
          <a:prstGeom prst="rect">
            <a:avLst/>
          </a:prstGeom>
          <a:noFill/>
          <a:ln>
            <a:noFill/>
          </a:ln>
        </p:spPr>
      </p:pic>
      <p:grpSp>
        <p:nvGrpSpPr>
          <p:cNvPr id="63" name="Google Shape;63;p7"/>
          <p:cNvGrpSpPr/>
          <p:nvPr/>
        </p:nvGrpSpPr>
        <p:grpSpPr>
          <a:xfrm>
            <a:off x="0" y="0"/>
            <a:ext cx="5837899" cy="536050"/>
            <a:chOff x="0" y="0"/>
            <a:chExt cx="5837899" cy="536050"/>
          </a:xfrm>
        </p:grpSpPr>
        <p:pic>
          <p:nvPicPr>
            <p:cNvPr id="64" name="Google Shape;64;p7"/>
            <p:cNvPicPr preferRelativeResize="0"/>
            <p:nvPr/>
          </p:nvPicPr>
          <p:blipFill>
            <a:blip r:embed="rId5">
              <a:alphaModFix/>
            </a:blip>
            <a:stretch>
              <a:fillRect/>
            </a:stretch>
          </p:blipFill>
          <p:spPr>
            <a:xfrm>
              <a:off x="0" y="0"/>
              <a:ext cx="5837899" cy="536050"/>
            </a:xfrm>
            <a:prstGeom prst="rect">
              <a:avLst/>
            </a:prstGeom>
            <a:noFill/>
            <a:ln>
              <a:noFill/>
            </a:ln>
          </p:spPr>
        </p:pic>
        <p:pic>
          <p:nvPicPr>
            <p:cNvPr id="65" name="Google Shape;65;p7"/>
            <p:cNvPicPr preferRelativeResize="0"/>
            <p:nvPr/>
          </p:nvPicPr>
          <p:blipFill>
            <a:blip r:embed="rId6">
              <a:alphaModFix/>
            </a:blip>
            <a:stretch>
              <a:fillRect/>
            </a:stretch>
          </p:blipFill>
          <p:spPr>
            <a:xfrm>
              <a:off x="265125" y="246605"/>
              <a:ext cx="1585464" cy="69000"/>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6"/>
        <p:cNvGrpSpPr/>
        <p:nvPr/>
      </p:nvGrpSpPr>
      <p:grpSpPr>
        <a:xfrm>
          <a:off x="0" y="0"/>
          <a:ext cx="0" cy="0"/>
          <a:chOff x="0" y="0"/>
          <a:chExt cx="0" cy="0"/>
        </a:xfrm>
      </p:grpSpPr>
      <p:pic>
        <p:nvPicPr>
          <p:cNvPr id="67" name="Google Shape;67;p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68" name="Google Shape;68;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pic>
        <p:nvPicPr>
          <p:cNvPr id="69" name="Google Shape;69;p8"/>
          <p:cNvPicPr preferRelativeResize="0"/>
          <p:nvPr/>
        </p:nvPicPr>
        <p:blipFill rotWithShape="1">
          <a:blip r:embed="rId3">
            <a:alphaModFix/>
          </a:blip>
          <a:srcRect b="22420"/>
          <a:stretch/>
        </p:blipFill>
        <p:spPr>
          <a:xfrm rot="5400000">
            <a:off x="-257665" y="461283"/>
            <a:ext cx="1768000" cy="1047800"/>
          </a:xfrm>
          <a:prstGeom prst="rect">
            <a:avLst/>
          </a:prstGeom>
          <a:noFill/>
          <a:ln>
            <a:noFill/>
          </a:ln>
        </p:spPr>
      </p:pic>
      <p:pic>
        <p:nvPicPr>
          <p:cNvPr id="70" name="Google Shape;70;p8"/>
          <p:cNvPicPr preferRelativeResize="0"/>
          <p:nvPr/>
        </p:nvPicPr>
        <p:blipFill>
          <a:blip r:embed="rId4">
            <a:alphaModFix/>
          </a:blip>
          <a:stretch>
            <a:fillRect/>
          </a:stretch>
        </p:blipFill>
        <p:spPr>
          <a:xfrm rot="10800000">
            <a:off x="7890675" y="0"/>
            <a:ext cx="1251550" cy="1251550"/>
          </a:xfrm>
          <a:prstGeom prst="rect">
            <a:avLst/>
          </a:prstGeom>
          <a:noFill/>
          <a:ln>
            <a:noFill/>
          </a:ln>
        </p:spPr>
      </p:pic>
      <p:grpSp>
        <p:nvGrpSpPr>
          <p:cNvPr id="71" name="Google Shape;71;p8"/>
          <p:cNvGrpSpPr/>
          <p:nvPr/>
        </p:nvGrpSpPr>
        <p:grpSpPr>
          <a:xfrm>
            <a:off x="3881699" y="4752250"/>
            <a:ext cx="5260526" cy="388025"/>
            <a:chOff x="3881699" y="4752250"/>
            <a:chExt cx="5260526" cy="388025"/>
          </a:xfrm>
        </p:grpSpPr>
        <p:pic>
          <p:nvPicPr>
            <p:cNvPr id="72" name="Google Shape;72;p8"/>
            <p:cNvPicPr preferRelativeResize="0"/>
            <p:nvPr/>
          </p:nvPicPr>
          <p:blipFill>
            <a:blip r:embed="rId5">
              <a:alphaModFix/>
            </a:blip>
            <a:stretch>
              <a:fillRect/>
            </a:stretch>
          </p:blipFill>
          <p:spPr>
            <a:xfrm rot="10800000">
              <a:off x="3881699" y="4752250"/>
              <a:ext cx="5260526" cy="388025"/>
            </a:xfrm>
            <a:prstGeom prst="rect">
              <a:avLst/>
            </a:prstGeom>
            <a:noFill/>
            <a:ln>
              <a:noFill/>
            </a:ln>
          </p:spPr>
        </p:pic>
        <p:pic>
          <p:nvPicPr>
            <p:cNvPr id="73" name="Google Shape;73;p8"/>
            <p:cNvPicPr preferRelativeResize="0"/>
            <p:nvPr/>
          </p:nvPicPr>
          <p:blipFill>
            <a:blip r:embed="rId6">
              <a:alphaModFix/>
            </a:blip>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pic>
        <p:nvPicPr>
          <p:cNvPr id="75" name="Google Shape;75;p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76" name="Google Shape;76;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7" name="Google Shape;77;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78" name="Google Shape;78;p9"/>
          <p:cNvGrpSpPr/>
          <p:nvPr/>
        </p:nvGrpSpPr>
        <p:grpSpPr>
          <a:xfrm>
            <a:off x="-1" y="2100"/>
            <a:ext cx="9144001" cy="5141388"/>
            <a:chOff x="-1" y="2100"/>
            <a:chExt cx="9144001" cy="5141388"/>
          </a:xfrm>
        </p:grpSpPr>
        <p:pic>
          <p:nvPicPr>
            <p:cNvPr id="79" name="Google Shape;79;p9"/>
            <p:cNvPicPr preferRelativeResize="0"/>
            <p:nvPr/>
          </p:nvPicPr>
          <p:blipFill>
            <a:blip r:embed="rId3">
              <a:alphaModFix/>
            </a:blip>
            <a:stretch>
              <a:fillRect/>
            </a:stretch>
          </p:blipFill>
          <p:spPr>
            <a:xfrm rot="5400000" flipH="1">
              <a:off x="8171225" y="2100"/>
              <a:ext cx="972775" cy="972775"/>
            </a:xfrm>
            <a:prstGeom prst="rect">
              <a:avLst/>
            </a:prstGeom>
            <a:noFill/>
            <a:ln>
              <a:noFill/>
            </a:ln>
          </p:spPr>
        </p:pic>
        <p:pic>
          <p:nvPicPr>
            <p:cNvPr id="80" name="Google Shape;80;p9"/>
            <p:cNvPicPr preferRelativeResize="0"/>
            <p:nvPr/>
          </p:nvPicPr>
          <p:blipFill>
            <a:blip r:embed="rId4">
              <a:alphaModFix/>
            </a:blip>
            <a:stretch>
              <a:fillRect/>
            </a:stretch>
          </p:blipFill>
          <p:spPr>
            <a:xfrm rot="5400000" flipH="1">
              <a:off x="-1" y="4170713"/>
              <a:ext cx="972775" cy="972775"/>
            </a:xfrm>
            <a:prstGeom prst="rect">
              <a:avLst/>
            </a:prstGeom>
            <a:noFill/>
            <a:ln>
              <a:noFill/>
            </a:ln>
          </p:spPr>
        </p:pic>
      </p:grpSp>
      <p:grpSp>
        <p:nvGrpSpPr>
          <p:cNvPr id="81" name="Google Shape;81;p9"/>
          <p:cNvGrpSpPr/>
          <p:nvPr/>
        </p:nvGrpSpPr>
        <p:grpSpPr>
          <a:xfrm rot="10800000">
            <a:off x="0" y="2100"/>
            <a:ext cx="4881173" cy="365700"/>
            <a:chOff x="4261050" y="4610675"/>
            <a:chExt cx="4881173" cy="365700"/>
          </a:xfrm>
        </p:grpSpPr>
        <p:pic>
          <p:nvPicPr>
            <p:cNvPr id="82" name="Google Shape;82;p9"/>
            <p:cNvPicPr preferRelativeResize="0"/>
            <p:nvPr/>
          </p:nvPicPr>
          <p:blipFill>
            <a:blip r:embed="rId5">
              <a:alphaModFix/>
            </a:blip>
            <a:stretch>
              <a:fillRect/>
            </a:stretch>
          </p:blipFill>
          <p:spPr>
            <a:xfrm rot="10800000">
              <a:off x="4261050" y="4610675"/>
              <a:ext cx="4881173" cy="365700"/>
            </a:xfrm>
            <a:prstGeom prst="rect">
              <a:avLst/>
            </a:prstGeom>
            <a:noFill/>
            <a:ln>
              <a:noFill/>
            </a:ln>
          </p:spPr>
        </p:pic>
        <p:pic>
          <p:nvPicPr>
            <p:cNvPr id="83" name="Google Shape;83;p9"/>
            <p:cNvPicPr preferRelativeResize="0"/>
            <p:nvPr/>
          </p:nvPicPr>
          <p:blipFill>
            <a:blip r:embed="rId6">
              <a:alphaModFix/>
            </a:blip>
            <a:stretch>
              <a:fillRect/>
            </a:stretch>
          </p:blipFill>
          <p:spPr>
            <a:xfrm rot="10800000">
              <a:off x="7293388" y="4759030"/>
              <a:ext cx="1585464" cy="6900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4"/>
        <p:cNvGrpSpPr/>
        <p:nvPr/>
      </p:nvGrpSpPr>
      <p:grpSpPr>
        <a:xfrm>
          <a:off x="0" y="0"/>
          <a:ext cx="0" cy="0"/>
          <a:chOff x="0" y="0"/>
          <a:chExt cx="0" cy="0"/>
        </a:xfrm>
      </p:grpSpPr>
      <p:sp>
        <p:nvSpPr>
          <p:cNvPr id="85" name="Google Shape;85;p10"/>
          <p:cNvSpPr>
            <a:spLocks noGrp="1"/>
          </p:cNvSpPr>
          <p:nvPr>
            <p:ph type="pic" idx="2"/>
          </p:nvPr>
        </p:nvSpPr>
        <p:spPr>
          <a:xfrm>
            <a:off x="0" y="0"/>
            <a:ext cx="9144000" cy="5143500"/>
          </a:xfrm>
          <a:prstGeom prst="rect">
            <a:avLst/>
          </a:prstGeom>
          <a:noFill/>
          <a:ln>
            <a:noFill/>
          </a:ln>
        </p:spPr>
      </p:sp>
      <p:sp>
        <p:nvSpPr>
          <p:cNvPr id="86" name="Google Shape;86;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03"/>
        <p:cNvGrpSpPr/>
        <p:nvPr/>
      </p:nvGrpSpPr>
      <p:grpSpPr>
        <a:xfrm>
          <a:off x="0" y="0"/>
          <a:ext cx="0" cy="0"/>
          <a:chOff x="0" y="0"/>
          <a:chExt cx="0" cy="0"/>
        </a:xfrm>
      </p:grpSpPr>
      <p:pic>
        <p:nvPicPr>
          <p:cNvPr id="104" name="Google Shape;104;p1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05" name="Google Shape;105;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 name="Google Shape;106;p13"/>
          <p:cNvSpPr txBox="1">
            <a:spLocks noGrp="1"/>
          </p:cNvSpPr>
          <p:nvPr>
            <p:ph type="title" idx="2" hasCustomPrompt="1"/>
          </p:nvPr>
        </p:nvSpPr>
        <p:spPr>
          <a:xfrm>
            <a:off x="3759205" y="1699096"/>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title" idx="3" hasCustomPrompt="1"/>
          </p:nvPr>
        </p:nvSpPr>
        <p:spPr>
          <a:xfrm>
            <a:off x="4690005" y="1699096"/>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title" idx="4" hasCustomPrompt="1"/>
          </p:nvPr>
        </p:nvSpPr>
        <p:spPr>
          <a:xfrm>
            <a:off x="3759193" y="2781754"/>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title" idx="5" hasCustomPrompt="1"/>
          </p:nvPr>
        </p:nvSpPr>
        <p:spPr>
          <a:xfrm>
            <a:off x="4689993" y="2781754"/>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title" idx="6" hasCustomPrompt="1"/>
          </p:nvPr>
        </p:nvSpPr>
        <p:spPr>
          <a:xfrm>
            <a:off x="3759207" y="3864413"/>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title" idx="7" hasCustomPrompt="1"/>
          </p:nvPr>
        </p:nvSpPr>
        <p:spPr>
          <a:xfrm>
            <a:off x="4690007" y="3864413"/>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a:spLocks noGrp="1"/>
          </p:cNvSpPr>
          <p:nvPr>
            <p:ph type="subTitle" idx="1"/>
          </p:nvPr>
        </p:nvSpPr>
        <p:spPr>
          <a:xfrm>
            <a:off x="1280600" y="1699100"/>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3" name="Google Shape;113;p13"/>
          <p:cNvSpPr txBox="1">
            <a:spLocks noGrp="1"/>
          </p:cNvSpPr>
          <p:nvPr>
            <p:ph type="subTitle" idx="8"/>
          </p:nvPr>
        </p:nvSpPr>
        <p:spPr>
          <a:xfrm>
            <a:off x="1280600" y="2781762"/>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4" name="Google Shape;114;p13"/>
          <p:cNvSpPr txBox="1">
            <a:spLocks noGrp="1"/>
          </p:cNvSpPr>
          <p:nvPr>
            <p:ph type="subTitle" idx="9"/>
          </p:nvPr>
        </p:nvSpPr>
        <p:spPr>
          <a:xfrm>
            <a:off x="1280600" y="3864423"/>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5" name="Google Shape;115;p13"/>
          <p:cNvSpPr txBox="1">
            <a:spLocks noGrp="1"/>
          </p:cNvSpPr>
          <p:nvPr>
            <p:ph type="subTitle" idx="13"/>
          </p:nvPr>
        </p:nvSpPr>
        <p:spPr>
          <a:xfrm>
            <a:off x="5575300" y="1699096"/>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6" name="Google Shape;116;p13"/>
          <p:cNvSpPr txBox="1">
            <a:spLocks noGrp="1"/>
          </p:cNvSpPr>
          <p:nvPr>
            <p:ph type="subTitle" idx="14"/>
          </p:nvPr>
        </p:nvSpPr>
        <p:spPr>
          <a:xfrm>
            <a:off x="5575300" y="2781754"/>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7" name="Google Shape;117;p13"/>
          <p:cNvSpPr txBox="1">
            <a:spLocks noGrp="1"/>
          </p:cNvSpPr>
          <p:nvPr>
            <p:ph type="subTitle" idx="15"/>
          </p:nvPr>
        </p:nvSpPr>
        <p:spPr>
          <a:xfrm>
            <a:off x="5575300" y="3864413"/>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grpSp>
        <p:nvGrpSpPr>
          <p:cNvPr id="118" name="Google Shape;118;p13"/>
          <p:cNvGrpSpPr/>
          <p:nvPr/>
        </p:nvGrpSpPr>
        <p:grpSpPr>
          <a:xfrm flipH="1">
            <a:off x="2620475" y="0"/>
            <a:ext cx="6523526" cy="369900"/>
            <a:chOff x="0" y="0"/>
            <a:chExt cx="6523526" cy="369900"/>
          </a:xfrm>
        </p:grpSpPr>
        <p:pic>
          <p:nvPicPr>
            <p:cNvPr id="119" name="Google Shape;119;p13"/>
            <p:cNvPicPr preferRelativeResize="0"/>
            <p:nvPr/>
          </p:nvPicPr>
          <p:blipFill>
            <a:blip r:embed="rId3">
              <a:alphaModFix/>
            </a:blip>
            <a:stretch>
              <a:fillRect/>
            </a:stretch>
          </p:blipFill>
          <p:spPr>
            <a:xfrm>
              <a:off x="0" y="0"/>
              <a:ext cx="6523526" cy="369900"/>
            </a:xfrm>
            <a:prstGeom prst="rect">
              <a:avLst/>
            </a:prstGeom>
            <a:noFill/>
            <a:ln>
              <a:noFill/>
            </a:ln>
          </p:spPr>
        </p:pic>
        <p:pic>
          <p:nvPicPr>
            <p:cNvPr id="120" name="Google Shape;120;p13"/>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121" name="Google Shape;121;p13"/>
          <p:cNvGrpSpPr/>
          <p:nvPr/>
        </p:nvGrpSpPr>
        <p:grpSpPr>
          <a:xfrm flipH="1">
            <a:off x="0" y="0"/>
            <a:ext cx="9144000" cy="5143512"/>
            <a:chOff x="0" y="0"/>
            <a:chExt cx="9144000" cy="5143512"/>
          </a:xfrm>
        </p:grpSpPr>
        <p:pic>
          <p:nvPicPr>
            <p:cNvPr id="122" name="Google Shape;122;p13"/>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123" name="Google Shape;123;p13"/>
            <p:cNvPicPr preferRelativeResize="0"/>
            <p:nvPr/>
          </p:nvPicPr>
          <p:blipFill>
            <a:blip r:embed="rId6">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2">
  <p:cSld name="ONE_COLUMN_TEXT_1">
    <p:spTree>
      <p:nvGrpSpPr>
        <p:cNvPr id="1" name="Shape 133"/>
        <p:cNvGrpSpPr/>
        <p:nvPr/>
      </p:nvGrpSpPr>
      <p:grpSpPr>
        <a:xfrm>
          <a:off x="0" y="0"/>
          <a:ext cx="0" cy="0"/>
          <a:chOff x="0" y="0"/>
          <a:chExt cx="0" cy="0"/>
        </a:xfrm>
      </p:grpSpPr>
      <p:pic>
        <p:nvPicPr>
          <p:cNvPr id="134" name="Google Shape;134;p15"/>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35" name="Google Shape;135;p15"/>
          <p:cNvSpPr txBox="1">
            <a:spLocks noGrp="1"/>
          </p:cNvSpPr>
          <p:nvPr>
            <p:ph type="title"/>
          </p:nvPr>
        </p:nvSpPr>
        <p:spPr>
          <a:xfrm>
            <a:off x="713225" y="987538"/>
            <a:ext cx="4294800" cy="10626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36" name="Google Shape;136;p15"/>
          <p:cNvSpPr txBox="1">
            <a:spLocks noGrp="1"/>
          </p:cNvSpPr>
          <p:nvPr>
            <p:ph type="subTitle" idx="1"/>
          </p:nvPr>
        </p:nvSpPr>
        <p:spPr>
          <a:xfrm>
            <a:off x="713225" y="2109663"/>
            <a:ext cx="4294800" cy="2503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a:endParaRPr/>
          </a:p>
        </p:txBody>
      </p:sp>
      <p:sp>
        <p:nvSpPr>
          <p:cNvPr id="137" name="Google Shape;137;p15"/>
          <p:cNvSpPr>
            <a:spLocks noGrp="1"/>
          </p:cNvSpPr>
          <p:nvPr>
            <p:ph type="pic" idx="2"/>
          </p:nvPr>
        </p:nvSpPr>
        <p:spPr>
          <a:xfrm>
            <a:off x="5643775" y="539500"/>
            <a:ext cx="2787000" cy="4064400"/>
          </a:xfrm>
          <a:prstGeom prst="round2DiagRect">
            <a:avLst>
              <a:gd name="adj1" fmla="val 16667"/>
              <a:gd name="adj2" fmla="val 0"/>
            </a:avLst>
          </a:prstGeom>
          <a:noFill/>
          <a:ln>
            <a:noFill/>
          </a:ln>
        </p:spPr>
        <p:txBody>
          <a:bodyPr/>
          <a:lstStyle/>
          <a:p>
            <a:endParaRPr lang="en-US"/>
          </a:p>
        </p:txBody>
      </p:sp>
      <p:pic>
        <p:nvPicPr>
          <p:cNvPr id="138" name="Google Shape;138;p15"/>
          <p:cNvPicPr preferRelativeResize="0"/>
          <p:nvPr/>
        </p:nvPicPr>
        <p:blipFill>
          <a:blip r:embed="rId3">
            <a:alphaModFix/>
          </a:blip>
          <a:stretch>
            <a:fillRect/>
          </a:stretch>
        </p:blipFill>
        <p:spPr>
          <a:xfrm rot="-5400000" flipH="1">
            <a:off x="-25" y="4170725"/>
            <a:ext cx="972775" cy="972775"/>
          </a:xfrm>
          <a:prstGeom prst="rect">
            <a:avLst/>
          </a:prstGeom>
          <a:noFill/>
          <a:ln>
            <a:noFill/>
          </a:ln>
        </p:spPr>
      </p:pic>
      <p:pic>
        <p:nvPicPr>
          <p:cNvPr id="139" name="Google Shape;139;p15"/>
          <p:cNvPicPr preferRelativeResize="0"/>
          <p:nvPr/>
        </p:nvPicPr>
        <p:blipFill rotWithShape="1">
          <a:blip r:embed="rId4">
            <a:alphaModFix/>
          </a:blip>
          <a:srcRect t="129" b="129"/>
          <a:stretch/>
        </p:blipFill>
        <p:spPr>
          <a:xfrm rot="-5400000">
            <a:off x="7509601" y="3503753"/>
            <a:ext cx="1716695" cy="1307947"/>
          </a:xfrm>
          <a:prstGeom prst="rect">
            <a:avLst/>
          </a:prstGeom>
          <a:noFill/>
          <a:ln>
            <a:noFill/>
          </a:ln>
        </p:spPr>
      </p:pic>
      <p:grpSp>
        <p:nvGrpSpPr>
          <p:cNvPr id="140" name="Google Shape;140;p15"/>
          <p:cNvGrpSpPr/>
          <p:nvPr/>
        </p:nvGrpSpPr>
        <p:grpSpPr>
          <a:xfrm>
            <a:off x="0" y="0"/>
            <a:ext cx="5837899" cy="536050"/>
            <a:chOff x="0" y="0"/>
            <a:chExt cx="5837899" cy="536050"/>
          </a:xfrm>
        </p:grpSpPr>
        <p:pic>
          <p:nvPicPr>
            <p:cNvPr id="141" name="Google Shape;141;p15"/>
            <p:cNvPicPr preferRelativeResize="0"/>
            <p:nvPr/>
          </p:nvPicPr>
          <p:blipFill>
            <a:blip r:embed="rId5">
              <a:alphaModFix/>
            </a:blip>
            <a:stretch>
              <a:fillRect/>
            </a:stretch>
          </p:blipFill>
          <p:spPr>
            <a:xfrm>
              <a:off x="0" y="0"/>
              <a:ext cx="5837899" cy="536050"/>
            </a:xfrm>
            <a:prstGeom prst="rect">
              <a:avLst/>
            </a:prstGeom>
            <a:noFill/>
            <a:ln>
              <a:noFill/>
            </a:ln>
          </p:spPr>
        </p:pic>
        <p:pic>
          <p:nvPicPr>
            <p:cNvPr id="142" name="Google Shape;142;p15"/>
            <p:cNvPicPr preferRelativeResize="0"/>
            <p:nvPr/>
          </p:nvPicPr>
          <p:blipFill>
            <a:blip r:embed="rId6">
              <a:alphaModFix/>
            </a:blip>
            <a:stretch>
              <a:fillRect/>
            </a:stretch>
          </p:blipFill>
          <p:spPr>
            <a:xfrm>
              <a:off x="265125" y="246605"/>
              <a:ext cx="1585464" cy="69000"/>
            </a:xfrm>
            <a:prstGeom prst="rect">
              <a:avLst/>
            </a:prstGeom>
            <a:noFill/>
            <a:ln>
              <a:noFill/>
            </a:ln>
          </p:spPr>
        </p:pic>
      </p:grpSp>
      <p:sp>
        <p:nvSpPr>
          <p:cNvPr id="143" name="Google Shape;143;p15"/>
          <p:cNvSpPr txBox="1">
            <a:spLocks noGrp="1"/>
          </p:cNvSpPr>
          <p:nvPr>
            <p:ph type="subTitle" idx="3"/>
          </p:nvPr>
        </p:nvSpPr>
        <p:spPr>
          <a:xfrm>
            <a:off x="713225" y="2109675"/>
            <a:ext cx="4294800" cy="2503500"/>
          </a:xfrm>
          <a:prstGeom prst="rect">
            <a:avLst/>
          </a:prstGeom>
        </p:spPr>
        <p:txBody>
          <a:bodyPr spcFirstLastPara="1" wrap="square" lIns="91425" tIns="91425" rIns="91425" bIns="91425" anchor="t" anchorCtr="0">
            <a:noAutofit/>
          </a:bodyPr>
          <a:lstStyle>
            <a:lvl1pPr lvl="0">
              <a:spcBef>
                <a:spcPts val="0"/>
              </a:spcBef>
              <a:spcAft>
                <a:spcPts val="0"/>
              </a:spcAft>
              <a:buSzPts val="1200"/>
              <a:buAutoNum type="arabicPeriod"/>
              <a:defRPr/>
            </a:lvl1pPr>
            <a:lvl2pPr lvl="1">
              <a:spcBef>
                <a:spcPts val="1000"/>
              </a:spcBef>
              <a:spcAft>
                <a:spcPts val="0"/>
              </a:spcAft>
              <a:buClr>
                <a:srgbClr val="E76A28"/>
              </a:buClr>
              <a:buSzPts val="1200"/>
              <a:buFont typeface="Nunito Light"/>
              <a:buAutoNum type="alphaLcPeriod"/>
              <a:defRPr/>
            </a:lvl2pPr>
            <a:lvl3pPr lvl="2">
              <a:spcBef>
                <a:spcPts val="0"/>
              </a:spcBef>
              <a:spcAft>
                <a:spcPts val="0"/>
              </a:spcAft>
              <a:buClr>
                <a:srgbClr val="E76A28"/>
              </a:buClr>
              <a:buSzPts val="1200"/>
              <a:buFont typeface="Nunito Light"/>
              <a:buAutoNum type="romanLcPeriod"/>
              <a:defRPr/>
            </a:lvl3pPr>
            <a:lvl4pPr lvl="3">
              <a:spcBef>
                <a:spcPts val="0"/>
              </a:spcBef>
              <a:spcAft>
                <a:spcPts val="0"/>
              </a:spcAft>
              <a:buClr>
                <a:srgbClr val="E76A28"/>
              </a:buClr>
              <a:buSzPts val="1200"/>
              <a:buFont typeface="Nunito Light"/>
              <a:buAutoNum type="arabicPeriod"/>
              <a:defRPr/>
            </a:lvl4pPr>
            <a:lvl5pPr lvl="4">
              <a:spcBef>
                <a:spcPts val="0"/>
              </a:spcBef>
              <a:spcAft>
                <a:spcPts val="0"/>
              </a:spcAft>
              <a:buClr>
                <a:srgbClr val="E76A28"/>
              </a:buClr>
              <a:buSzPts val="1200"/>
              <a:buFont typeface="Nunito Light"/>
              <a:buAutoNum type="alphaLcPeriod"/>
              <a:defRPr/>
            </a:lvl5pPr>
            <a:lvl6pPr lvl="5">
              <a:spcBef>
                <a:spcPts val="0"/>
              </a:spcBef>
              <a:spcAft>
                <a:spcPts val="0"/>
              </a:spcAft>
              <a:buClr>
                <a:srgbClr val="999999"/>
              </a:buClr>
              <a:buSzPts val="1200"/>
              <a:buFont typeface="Nunito Light"/>
              <a:buAutoNum type="romanLcPeriod"/>
              <a:defRPr/>
            </a:lvl6pPr>
            <a:lvl7pPr lvl="6">
              <a:spcBef>
                <a:spcPts val="0"/>
              </a:spcBef>
              <a:spcAft>
                <a:spcPts val="0"/>
              </a:spcAft>
              <a:buClr>
                <a:srgbClr val="999999"/>
              </a:buClr>
              <a:buSzPts val="1200"/>
              <a:buFont typeface="Nunito Light"/>
              <a:buAutoNum type="arabicPeriod"/>
              <a:defRPr/>
            </a:lvl7pPr>
            <a:lvl8pPr lvl="7">
              <a:spcBef>
                <a:spcPts val="0"/>
              </a:spcBef>
              <a:spcAft>
                <a:spcPts val="0"/>
              </a:spcAft>
              <a:buClr>
                <a:srgbClr val="999999"/>
              </a:buClr>
              <a:buSzPts val="1200"/>
              <a:buFont typeface="Nunito Light"/>
              <a:buAutoNum type="alphaLcPeriod"/>
              <a:defRPr/>
            </a:lvl8pPr>
            <a:lvl9pPr lvl="8">
              <a:spcBef>
                <a:spcPts val="0"/>
              </a:spcBef>
              <a:spcAft>
                <a:spcPts val="0"/>
              </a:spcAft>
              <a:buClr>
                <a:srgbClr val="999999"/>
              </a:buClr>
              <a:buSzPts val="1200"/>
              <a:buFont typeface="Nunito Light"/>
              <a:buAutoNum type="romanLcPeriod"/>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3">
  <p:cSld name="CUSTOM_10">
    <p:spTree>
      <p:nvGrpSpPr>
        <p:cNvPr id="1" name="Shape 162"/>
        <p:cNvGrpSpPr/>
        <p:nvPr/>
      </p:nvGrpSpPr>
      <p:grpSpPr>
        <a:xfrm>
          <a:off x="0" y="0"/>
          <a:ext cx="0" cy="0"/>
          <a:chOff x="0" y="0"/>
          <a:chExt cx="0" cy="0"/>
        </a:xfrm>
      </p:grpSpPr>
      <p:pic>
        <p:nvPicPr>
          <p:cNvPr id="163" name="Google Shape;163;p18"/>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64" name="Google Shape;164;p1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165" name="Google Shape;165;p18"/>
          <p:cNvGrpSpPr/>
          <p:nvPr/>
        </p:nvGrpSpPr>
        <p:grpSpPr>
          <a:xfrm flipH="1">
            <a:off x="2620475" y="0"/>
            <a:ext cx="6523526" cy="369900"/>
            <a:chOff x="0" y="0"/>
            <a:chExt cx="6523526" cy="369900"/>
          </a:xfrm>
        </p:grpSpPr>
        <p:pic>
          <p:nvPicPr>
            <p:cNvPr id="166" name="Google Shape;166;p18"/>
            <p:cNvPicPr preferRelativeResize="0"/>
            <p:nvPr/>
          </p:nvPicPr>
          <p:blipFill>
            <a:blip r:embed="rId3">
              <a:alphaModFix/>
            </a:blip>
            <a:stretch>
              <a:fillRect/>
            </a:stretch>
          </p:blipFill>
          <p:spPr>
            <a:xfrm>
              <a:off x="0" y="0"/>
              <a:ext cx="6523526" cy="369900"/>
            </a:xfrm>
            <a:prstGeom prst="rect">
              <a:avLst/>
            </a:prstGeom>
            <a:noFill/>
            <a:ln>
              <a:noFill/>
            </a:ln>
          </p:spPr>
        </p:pic>
        <p:pic>
          <p:nvPicPr>
            <p:cNvPr id="167" name="Google Shape;167;p18"/>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168" name="Google Shape;168;p18"/>
          <p:cNvGrpSpPr/>
          <p:nvPr/>
        </p:nvGrpSpPr>
        <p:grpSpPr>
          <a:xfrm flipH="1">
            <a:off x="0" y="0"/>
            <a:ext cx="9144000" cy="5143512"/>
            <a:chOff x="0" y="0"/>
            <a:chExt cx="9144000" cy="5143512"/>
          </a:xfrm>
        </p:grpSpPr>
        <p:pic>
          <p:nvPicPr>
            <p:cNvPr id="169" name="Google Shape;169;p18"/>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170" name="Google Shape;170;p18"/>
            <p:cNvPicPr preferRelativeResize="0"/>
            <p:nvPr/>
          </p:nvPicPr>
          <p:blipFill>
            <a:blip r:embed="rId6">
              <a:alphaModFix/>
            </a:blip>
            <a:stretch>
              <a:fillRect/>
            </a:stretch>
          </p:blipFill>
          <p:spPr>
            <a:xfrm>
              <a:off x="0" y="4170737"/>
              <a:ext cx="972775" cy="972775"/>
            </a:xfrm>
            <a:prstGeom prst="rect">
              <a:avLst/>
            </a:prstGeom>
            <a:noFill/>
            <a:ln>
              <a:noFill/>
            </a:ln>
          </p:spPr>
        </p:pic>
      </p:grpSp>
      <p:sp>
        <p:nvSpPr>
          <p:cNvPr id="171" name="Google Shape;171;p18"/>
          <p:cNvSpPr txBox="1">
            <a:spLocks noGrp="1"/>
          </p:cNvSpPr>
          <p:nvPr>
            <p:ph type="body" idx="1"/>
          </p:nvPr>
        </p:nvSpPr>
        <p:spPr>
          <a:xfrm>
            <a:off x="2145600" y="2101875"/>
            <a:ext cx="4852800" cy="17631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Font typeface="Nunito Light"/>
              <a:buChar char="●"/>
              <a:defRPr/>
            </a:lvl1pPr>
            <a:lvl2pPr marL="914400" lvl="1" indent="-304800">
              <a:lnSpc>
                <a:spcPct val="100000"/>
              </a:lnSpc>
              <a:spcBef>
                <a:spcPts val="0"/>
              </a:spcBef>
              <a:spcAft>
                <a:spcPts val="0"/>
              </a:spcAft>
              <a:buSzPts val="1200"/>
              <a:buFont typeface="Nunito Light"/>
              <a:buChar char="○"/>
              <a:defRPr/>
            </a:lvl2pPr>
            <a:lvl3pPr marL="1371600" lvl="2" indent="-304800">
              <a:lnSpc>
                <a:spcPct val="100000"/>
              </a:lnSpc>
              <a:spcBef>
                <a:spcPts val="0"/>
              </a:spcBef>
              <a:spcAft>
                <a:spcPts val="0"/>
              </a:spcAft>
              <a:buSzPts val="1200"/>
              <a:buFont typeface="Nunito Light"/>
              <a:buChar char="■"/>
              <a:defRPr/>
            </a:lvl3pPr>
            <a:lvl4pPr marL="1828800" lvl="3" indent="-304800">
              <a:lnSpc>
                <a:spcPct val="100000"/>
              </a:lnSpc>
              <a:spcBef>
                <a:spcPts val="0"/>
              </a:spcBef>
              <a:spcAft>
                <a:spcPts val="0"/>
              </a:spcAft>
              <a:buSzPts val="1200"/>
              <a:buFont typeface="Nunito Light"/>
              <a:buChar char="●"/>
              <a:defRPr/>
            </a:lvl4pPr>
            <a:lvl5pPr marL="2286000" lvl="4" indent="-304800">
              <a:lnSpc>
                <a:spcPct val="100000"/>
              </a:lnSpc>
              <a:spcBef>
                <a:spcPts val="0"/>
              </a:spcBef>
              <a:spcAft>
                <a:spcPts val="0"/>
              </a:spcAft>
              <a:buSzPts val="1200"/>
              <a:buFont typeface="Nunito Light"/>
              <a:buChar char="○"/>
              <a:defRPr/>
            </a:lvl5pPr>
            <a:lvl6pPr marL="2743200" lvl="5" indent="-304800">
              <a:lnSpc>
                <a:spcPct val="100000"/>
              </a:lnSpc>
              <a:spcBef>
                <a:spcPts val="0"/>
              </a:spcBef>
              <a:spcAft>
                <a:spcPts val="0"/>
              </a:spcAft>
              <a:buSzPts val="1200"/>
              <a:buFont typeface="Nunito Light"/>
              <a:buChar char="■"/>
              <a:defRPr/>
            </a:lvl6pPr>
            <a:lvl7pPr marL="3200400" lvl="6" indent="-304800">
              <a:lnSpc>
                <a:spcPct val="100000"/>
              </a:lnSpc>
              <a:spcBef>
                <a:spcPts val="0"/>
              </a:spcBef>
              <a:spcAft>
                <a:spcPts val="0"/>
              </a:spcAft>
              <a:buSzPts val="1200"/>
              <a:buFont typeface="Nunito Light"/>
              <a:buChar char="●"/>
              <a:defRPr/>
            </a:lvl7pPr>
            <a:lvl8pPr marL="3657600" lvl="7" indent="-304800">
              <a:lnSpc>
                <a:spcPct val="100000"/>
              </a:lnSpc>
              <a:spcBef>
                <a:spcPts val="0"/>
              </a:spcBef>
              <a:spcAft>
                <a:spcPts val="0"/>
              </a:spcAft>
              <a:buSzPts val="1200"/>
              <a:buFont typeface="Nunito Light"/>
              <a:buChar char="○"/>
              <a:defRPr/>
            </a:lvl8pPr>
            <a:lvl9pPr marL="4114800" lvl="8" indent="-304800">
              <a:lnSpc>
                <a:spcPct val="100000"/>
              </a:lnSpc>
              <a:spcBef>
                <a:spcPts val="0"/>
              </a:spcBef>
              <a:spcAft>
                <a:spcPts val="0"/>
              </a:spcAft>
              <a:buSzPts val="1200"/>
              <a:buFont typeface="Nunito Light"/>
              <a:buChar char="■"/>
              <a:defRPr/>
            </a:lvl9pPr>
          </a:lstStyle>
          <a:p>
            <a:endParaRPr/>
          </a:p>
        </p:txBody>
      </p:sp>
      <p:sp>
        <p:nvSpPr>
          <p:cNvPr id="172" name="Google Shape;172;p18"/>
          <p:cNvSpPr txBox="1">
            <a:spLocks noGrp="1"/>
          </p:cNvSpPr>
          <p:nvPr>
            <p:ph type="subTitle" idx="2"/>
          </p:nvPr>
        </p:nvSpPr>
        <p:spPr>
          <a:xfrm>
            <a:off x="2145600" y="2101150"/>
            <a:ext cx="4852800" cy="17631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73"/>
        <p:cNvGrpSpPr/>
        <p:nvPr/>
      </p:nvGrpSpPr>
      <p:grpSpPr>
        <a:xfrm>
          <a:off x="0" y="0"/>
          <a:ext cx="0" cy="0"/>
          <a:chOff x="0" y="0"/>
          <a:chExt cx="0" cy="0"/>
        </a:xfrm>
      </p:grpSpPr>
      <p:pic>
        <p:nvPicPr>
          <p:cNvPr id="174" name="Google Shape;174;p19"/>
          <p:cNvPicPr preferRelativeResize="0"/>
          <p:nvPr/>
        </p:nvPicPr>
        <p:blipFill>
          <a:blip r:embed="rId2">
            <a:alphaModFix/>
          </a:blip>
          <a:stretch>
            <a:fillRect/>
          </a:stretch>
        </p:blipFill>
        <p:spPr>
          <a:xfrm>
            <a:off x="-25" y="0"/>
            <a:ext cx="9144000" cy="5143500"/>
          </a:xfrm>
          <a:prstGeom prst="rect">
            <a:avLst/>
          </a:prstGeom>
          <a:noFill/>
          <a:ln>
            <a:noFill/>
          </a:ln>
        </p:spPr>
      </p:pic>
      <p:sp>
        <p:nvSpPr>
          <p:cNvPr id="175" name="Google Shape;175;p19"/>
          <p:cNvSpPr txBox="1">
            <a:spLocks noGrp="1"/>
          </p:cNvSpPr>
          <p:nvPr>
            <p:ph type="title"/>
          </p:nvPr>
        </p:nvSpPr>
        <p:spPr>
          <a:xfrm>
            <a:off x="720000" y="538492"/>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6" name="Google Shape;176;p19"/>
          <p:cNvSpPr txBox="1">
            <a:spLocks noGrp="1"/>
          </p:cNvSpPr>
          <p:nvPr>
            <p:ph type="subTitle" idx="1"/>
          </p:nvPr>
        </p:nvSpPr>
        <p:spPr>
          <a:xfrm>
            <a:off x="709750"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7" name="Google Shape;177;p19"/>
          <p:cNvSpPr txBox="1">
            <a:spLocks noGrp="1"/>
          </p:cNvSpPr>
          <p:nvPr>
            <p:ph type="subTitle" idx="2"/>
          </p:nvPr>
        </p:nvSpPr>
        <p:spPr>
          <a:xfrm>
            <a:off x="3457413"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8" name="Google Shape;178;p19"/>
          <p:cNvSpPr txBox="1">
            <a:spLocks noGrp="1"/>
          </p:cNvSpPr>
          <p:nvPr>
            <p:ph type="subTitle" idx="3"/>
          </p:nvPr>
        </p:nvSpPr>
        <p:spPr>
          <a:xfrm>
            <a:off x="6205076"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9" name="Google Shape;179;p19"/>
          <p:cNvSpPr txBox="1">
            <a:spLocks noGrp="1"/>
          </p:cNvSpPr>
          <p:nvPr>
            <p:ph type="subTitle" idx="4"/>
          </p:nvPr>
        </p:nvSpPr>
        <p:spPr>
          <a:xfrm>
            <a:off x="709758"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80" name="Google Shape;180;p19"/>
          <p:cNvSpPr txBox="1">
            <a:spLocks noGrp="1"/>
          </p:cNvSpPr>
          <p:nvPr>
            <p:ph type="subTitle" idx="5"/>
          </p:nvPr>
        </p:nvSpPr>
        <p:spPr>
          <a:xfrm>
            <a:off x="3459159"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81" name="Google Shape;181;p19"/>
          <p:cNvSpPr txBox="1">
            <a:spLocks noGrp="1"/>
          </p:cNvSpPr>
          <p:nvPr>
            <p:ph type="subTitle" idx="6"/>
          </p:nvPr>
        </p:nvSpPr>
        <p:spPr>
          <a:xfrm>
            <a:off x="6205085"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pic>
        <p:nvPicPr>
          <p:cNvPr id="182" name="Google Shape;182;p19"/>
          <p:cNvPicPr preferRelativeResize="0"/>
          <p:nvPr/>
        </p:nvPicPr>
        <p:blipFill>
          <a:blip r:embed="rId3">
            <a:alphaModFix/>
          </a:blip>
          <a:stretch>
            <a:fillRect/>
          </a:stretch>
        </p:blipFill>
        <p:spPr>
          <a:xfrm rot="5400000">
            <a:off x="8171200" y="4170725"/>
            <a:ext cx="972775" cy="972775"/>
          </a:xfrm>
          <a:prstGeom prst="rect">
            <a:avLst/>
          </a:prstGeom>
          <a:noFill/>
          <a:ln>
            <a:noFill/>
          </a:ln>
        </p:spPr>
      </p:pic>
      <p:grpSp>
        <p:nvGrpSpPr>
          <p:cNvPr id="183" name="Google Shape;183;p19"/>
          <p:cNvGrpSpPr/>
          <p:nvPr/>
        </p:nvGrpSpPr>
        <p:grpSpPr>
          <a:xfrm flipH="1">
            <a:off x="2620475" y="0"/>
            <a:ext cx="6523526" cy="369900"/>
            <a:chOff x="0" y="0"/>
            <a:chExt cx="6523526" cy="369900"/>
          </a:xfrm>
        </p:grpSpPr>
        <p:pic>
          <p:nvPicPr>
            <p:cNvPr id="184" name="Google Shape;184;p19"/>
            <p:cNvPicPr preferRelativeResize="0"/>
            <p:nvPr/>
          </p:nvPicPr>
          <p:blipFill>
            <a:blip r:embed="rId4">
              <a:alphaModFix/>
            </a:blip>
            <a:stretch>
              <a:fillRect/>
            </a:stretch>
          </p:blipFill>
          <p:spPr>
            <a:xfrm>
              <a:off x="0" y="0"/>
              <a:ext cx="6523526" cy="369900"/>
            </a:xfrm>
            <a:prstGeom prst="rect">
              <a:avLst/>
            </a:prstGeom>
            <a:noFill/>
            <a:ln>
              <a:noFill/>
            </a:ln>
          </p:spPr>
        </p:pic>
        <p:pic>
          <p:nvPicPr>
            <p:cNvPr id="185" name="Google Shape;185;p19"/>
            <p:cNvPicPr preferRelativeResize="0"/>
            <p:nvPr/>
          </p:nvPicPr>
          <p:blipFill>
            <a:blip r:embed="rId5">
              <a:alphaModFix/>
            </a:blip>
            <a:stretch>
              <a:fillRect/>
            </a:stretch>
          </p:blipFill>
          <p:spPr>
            <a:xfrm>
              <a:off x="265125" y="150455"/>
              <a:ext cx="1585464" cy="69000"/>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36"/>
        <p:cNvGrpSpPr/>
        <p:nvPr/>
      </p:nvGrpSpPr>
      <p:grpSpPr>
        <a:xfrm>
          <a:off x="0" y="0"/>
          <a:ext cx="0" cy="0"/>
          <a:chOff x="0" y="0"/>
          <a:chExt cx="0" cy="0"/>
        </a:xfrm>
      </p:grpSpPr>
      <p:pic>
        <p:nvPicPr>
          <p:cNvPr id="237" name="Google Shape;237;p23"/>
          <p:cNvPicPr preferRelativeResize="0"/>
          <p:nvPr/>
        </p:nvPicPr>
        <p:blipFill>
          <a:blip r:embed="rId2">
            <a:alphaModFix/>
          </a:blip>
          <a:stretch>
            <a:fillRect/>
          </a:stretch>
        </p:blipFill>
        <p:spPr>
          <a:xfrm>
            <a:off x="-25" y="0"/>
            <a:ext cx="9144000" cy="5143500"/>
          </a:xfrm>
          <a:prstGeom prst="rect">
            <a:avLst/>
          </a:prstGeom>
          <a:noFill/>
          <a:ln>
            <a:noFill/>
          </a:ln>
        </p:spPr>
      </p:pic>
      <p:sp>
        <p:nvSpPr>
          <p:cNvPr id="238" name="Google Shape;238;p2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39" name="Google Shape;239;p23"/>
          <p:cNvGrpSpPr/>
          <p:nvPr/>
        </p:nvGrpSpPr>
        <p:grpSpPr>
          <a:xfrm>
            <a:off x="0" y="0"/>
            <a:ext cx="6523526" cy="369900"/>
            <a:chOff x="0" y="0"/>
            <a:chExt cx="6523526" cy="369900"/>
          </a:xfrm>
        </p:grpSpPr>
        <p:pic>
          <p:nvPicPr>
            <p:cNvPr id="240" name="Google Shape;240;p23"/>
            <p:cNvPicPr preferRelativeResize="0"/>
            <p:nvPr/>
          </p:nvPicPr>
          <p:blipFill>
            <a:blip r:embed="rId3">
              <a:alphaModFix/>
            </a:blip>
            <a:stretch>
              <a:fillRect/>
            </a:stretch>
          </p:blipFill>
          <p:spPr>
            <a:xfrm>
              <a:off x="0" y="0"/>
              <a:ext cx="6523526" cy="369900"/>
            </a:xfrm>
            <a:prstGeom prst="rect">
              <a:avLst/>
            </a:prstGeom>
            <a:noFill/>
            <a:ln>
              <a:noFill/>
            </a:ln>
          </p:spPr>
        </p:pic>
        <p:pic>
          <p:nvPicPr>
            <p:cNvPr id="241" name="Google Shape;241;p23"/>
            <p:cNvPicPr preferRelativeResize="0"/>
            <p:nvPr/>
          </p:nvPicPr>
          <p:blipFill>
            <a:blip r:embed="rId4">
              <a:alphaModFix/>
            </a:blip>
            <a:stretch>
              <a:fillRect/>
            </a:stretch>
          </p:blipFill>
          <p:spPr>
            <a:xfrm>
              <a:off x="265125" y="150455"/>
              <a:ext cx="1585464" cy="69000"/>
            </a:xfrm>
            <a:prstGeom prst="rect">
              <a:avLst/>
            </a:prstGeom>
            <a:noFill/>
            <a:ln>
              <a:noFill/>
            </a:ln>
          </p:spPr>
        </p:pic>
      </p:grpSp>
      <p:grpSp>
        <p:nvGrpSpPr>
          <p:cNvPr id="242" name="Google Shape;242;p23"/>
          <p:cNvGrpSpPr/>
          <p:nvPr/>
        </p:nvGrpSpPr>
        <p:grpSpPr>
          <a:xfrm>
            <a:off x="0" y="0"/>
            <a:ext cx="9144000" cy="5143512"/>
            <a:chOff x="0" y="0"/>
            <a:chExt cx="9144000" cy="5143512"/>
          </a:xfrm>
        </p:grpSpPr>
        <p:pic>
          <p:nvPicPr>
            <p:cNvPr id="243" name="Google Shape;243;p23"/>
            <p:cNvPicPr preferRelativeResize="0"/>
            <p:nvPr/>
          </p:nvPicPr>
          <p:blipFill>
            <a:blip r:embed="rId5">
              <a:alphaModFix/>
            </a:blip>
            <a:stretch>
              <a:fillRect/>
            </a:stretch>
          </p:blipFill>
          <p:spPr>
            <a:xfrm>
              <a:off x="8171225" y="0"/>
              <a:ext cx="972775" cy="972775"/>
            </a:xfrm>
            <a:prstGeom prst="rect">
              <a:avLst/>
            </a:prstGeom>
            <a:noFill/>
            <a:ln>
              <a:noFill/>
            </a:ln>
          </p:spPr>
        </p:pic>
        <p:pic>
          <p:nvPicPr>
            <p:cNvPr id="244" name="Google Shape;244;p23"/>
            <p:cNvPicPr preferRelativeResize="0"/>
            <p:nvPr/>
          </p:nvPicPr>
          <p:blipFill>
            <a:blip r:embed="rId6">
              <a:alphaModFix/>
            </a:blip>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00"/>
        <p:cNvGrpSpPr/>
        <p:nvPr/>
      </p:nvGrpSpPr>
      <p:grpSpPr>
        <a:xfrm>
          <a:off x="0" y="0"/>
          <a:ext cx="0" cy="0"/>
          <a:chOff x="0" y="0"/>
          <a:chExt cx="0" cy="0"/>
        </a:xfrm>
      </p:grpSpPr>
      <p:pic>
        <p:nvPicPr>
          <p:cNvPr id="301" name="Google Shape;301;p30"/>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02" name="Google Shape;302;p30"/>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03" name="Google Shape;303;p30"/>
          <p:cNvPicPr preferRelativeResize="0"/>
          <p:nvPr/>
        </p:nvPicPr>
        <p:blipFill rotWithShape="1">
          <a:blip r:embed="rId3">
            <a:alphaModFix/>
          </a:blip>
          <a:srcRect t="129" b="129"/>
          <a:stretch/>
        </p:blipFill>
        <p:spPr>
          <a:xfrm rot="-5400000">
            <a:off x="-145124" y="3582752"/>
            <a:ext cx="1716695" cy="1307947"/>
          </a:xfrm>
          <a:prstGeom prst="rect">
            <a:avLst/>
          </a:prstGeom>
          <a:noFill/>
          <a:ln>
            <a:noFill/>
          </a:ln>
        </p:spPr>
      </p:pic>
      <p:pic>
        <p:nvPicPr>
          <p:cNvPr id="304" name="Google Shape;304;p30"/>
          <p:cNvPicPr preferRelativeResize="0"/>
          <p:nvPr/>
        </p:nvPicPr>
        <p:blipFill>
          <a:blip r:embed="rId4">
            <a:alphaModFix/>
          </a:blip>
          <a:stretch>
            <a:fillRect/>
          </a:stretch>
        </p:blipFill>
        <p:spPr>
          <a:xfrm>
            <a:off x="7906088" y="-13650"/>
            <a:ext cx="1251550" cy="1251550"/>
          </a:xfrm>
          <a:prstGeom prst="rect">
            <a:avLst/>
          </a:prstGeom>
          <a:noFill/>
          <a:ln>
            <a:noFill/>
          </a:ln>
        </p:spPr>
      </p:pic>
      <p:grpSp>
        <p:nvGrpSpPr>
          <p:cNvPr id="305" name="Google Shape;305;p30"/>
          <p:cNvGrpSpPr/>
          <p:nvPr/>
        </p:nvGrpSpPr>
        <p:grpSpPr>
          <a:xfrm>
            <a:off x="0" y="-13638"/>
            <a:ext cx="8878852" cy="4923618"/>
            <a:chOff x="0" y="-13638"/>
            <a:chExt cx="8878852" cy="4923618"/>
          </a:xfrm>
        </p:grpSpPr>
        <p:pic>
          <p:nvPicPr>
            <p:cNvPr id="306" name="Google Shape;306;p30"/>
            <p:cNvPicPr preferRelativeResize="0"/>
            <p:nvPr/>
          </p:nvPicPr>
          <p:blipFill>
            <a:blip r:embed="rId5">
              <a:alphaModFix/>
            </a:blip>
            <a:stretch>
              <a:fillRect/>
            </a:stretch>
          </p:blipFill>
          <p:spPr>
            <a:xfrm rot="10800000">
              <a:off x="7293388" y="4840980"/>
              <a:ext cx="1585464" cy="69000"/>
            </a:xfrm>
            <a:prstGeom prst="rect">
              <a:avLst/>
            </a:prstGeom>
            <a:noFill/>
            <a:ln>
              <a:noFill/>
            </a:ln>
          </p:spPr>
        </p:pic>
        <p:grpSp>
          <p:nvGrpSpPr>
            <p:cNvPr id="307" name="Google Shape;307;p30"/>
            <p:cNvGrpSpPr/>
            <p:nvPr/>
          </p:nvGrpSpPr>
          <p:grpSpPr>
            <a:xfrm>
              <a:off x="0" y="-13638"/>
              <a:ext cx="6523526" cy="536050"/>
              <a:chOff x="0" y="-13638"/>
              <a:chExt cx="6523526" cy="536050"/>
            </a:xfrm>
          </p:grpSpPr>
          <p:pic>
            <p:nvPicPr>
              <p:cNvPr id="308" name="Google Shape;308;p30"/>
              <p:cNvPicPr preferRelativeResize="0"/>
              <p:nvPr/>
            </p:nvPicPr>
            <p:blipFill>
              <a:blip r:embed="rId6">
                <a:alphaModFix/>
              </a:blip>
              <a:stretch>
                <a:fillRect/>
              </a:stretch>
            </p:blipFill>
            <p:spPr>
              <a:xfrm>
                <a:off x="0" y="-13638"/>
                <a:ext cx="6523526" cy="536050"/>
              </a:xfrm>
              <a:prstGeom prst="rect">
                <a:avLst/>
              </a:prstGeom>
              <a:noFill/>
              <a:ln>
                <a:noFill/>
              </a:ln>
            </p:spPr>
          </p:pic>
          <p:pic>
            <p:nvPicPr>
              <p:cNvPr id="309" name="Google Shape;309;p30"/>
              <p:cNvPicPr preferRelativeResize="0"/>
              <p:nvPr/>
            </p:nvPicPr>
            <p:blipFill>
              <a:blip r:embed="rId5">
                <a:alphaModFix/>
              </a:blip>
              <a:stretch>
                <a:fillRect/>
              </a:stretch>
            </p:blipFill>
            <p:spPr>
              <a:xfrm>
                <a:off x="265125" y="232968"/>
                <a:ext cx="1585464" cy="69000"/>
              </a:xfrm>
              <a:prstGeom prst="rect">
                <a:avLst/>
              </a:prstGeom>
              <a:noFill/>
              <a:ln>
                <a:noFill/>
              </a:ln>
            </p:spPr>
          </p:pic>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10"/>
        <p:cNvGrpSpPr/>
        <p:nvPr/>
      </p:nvGrpSpPr>
      <p:grpSpPr>
        <a:xfrm>
          <a:off x="0" y="0"/>
          <a:ext cx="0" cy="0"/>
          <a:chOff x="0" y="0"/>
          <a:chExt cx="0" cy="0"/>
        </a:xfrm>
      </p:grpSpPr>
      <p:pic>
        <p:nvPicPr>
          <p:cNvPr id="311" name="Google Shape;311;p31"/>
          <p:cNvPicPr preferRelativeResize="0"/>
          <p:nvPr/>
        </p:nvPicPr>
        <p:blipFill>
          <a:blip r:embed="rId2">
            <a:alphaModFix/>
          </a:blip>
          <a:stretch>
            <a:fillRect/>
          </a:stretch>
        </p:blipFill>
        <p:spPr>
          <a:xfrm>
            <a:off x="-25" y="0"/>
            <a:ext cx="9144000" cy="5143500"/>
          </a:xfrm>
          <a:prstGeom prst="rect">
            <a:avLst/>
          </a:prstGeom>
          <a:noFill/>
          <a:ln>
            <a:noFill/>
          </a:ln>
        </p:spPr>
      </p:pic>
      <p:pic>
        <p:nvPicPr>
          <p:cNvPr id="312" name="Google Shape;312;p31"/>
          <p:cNvPicPr preferRelativeResize="0"/>
          <p:nvPr/>
        </p:nvPicPr>
        <p:blipFill rotWithShape="1">
          <a:blip r:embed="rId3">
            <a:alphaModFix/>
          </a:blip>
          <a:srcRect l="73637" t="129" b="129"/>
          <a:stretch/>
        </p:blipFill>
        <p:spPr>
          <a:xfrm>
            <a:off x="8632789" y="38875"/>
            <a:ext cx="452574" cy="1307951"/>
          </a:xfrm>
          <a:prstGeom prst="rect">
            <a:avLst/>
          </a:prstGeom>
          <a:noFill/>
          <a:ln>
            <a:noFill/>
          </a:ln>
        </p:spPr>
      </p:pic>
      <p:grpSp>
        <p:nvGrpSpPr>
          <p:cNvPr id="313" name="Google Shape;313;p31"/>
          <p:cNvGrpSpPr/>
          <p:nvPr/>
        </p:nvGrpSpPr>
        <p:grpSpPr>
          <a:xfrm>
            <a:off x="-26" y="-20456"/>
            <a:ext cx="972776" cy="5162894"/>
            <a:chOff x="-26" y="-20456"/>
            <a:chExt cx="972776" cy="5162894"/>
          </a:xfrm>
        </p:grpSpPr>
        <p:pic>
          <p:nvPicPr>
            <p:cNvPr id="314" name="Google Shape;314;p31"/>
            <p:cNvPicPr preferRelativeResize="0"/>
            <p:nvPr/>
          </p:nvPicPr>
          <p:blipFill>
            <a:blip r:embed="rId4">
              <a:alphaModFix/>
            </a:blip>
            <a:stretch>
              <a:fillRect/>
            </a:stretch>
          </p:blipFill>
          <p:spPr>
            <a:xfrm flipH="1">
              <a:off x="-25" y="-20456"/>
              <a:ext cx="972775" cy="972775"/>
            </a:xfrm>
            <a:prstGeom prst="rect">
              <a:avLst/>
            </a:prstGeom>
            <a:noFill/>
            <a:ln>
              <a:noFill/>
            </a:ln>
          </p:spPr>
        </p:pic>
        <p:pic>
          <p:nvPicPr>
            <p:cNvPr id="315" name="Google Shape;315;p31"/>
            <p:cNvPicPr preferRelativeResize="0"/>
            <p:nvPr/>
          </p:nvPicPr>
          <p:blipFill>
            <a:blip r:embed="rId5">
              <a:alphaModFix/>
            </a:blip>
            <a:stretch>
              <a:fillRect/>
            </a:stretch>
          </p:blipFill>
          <p:spPr>
            <a:xfrm rot="5400000" flipH="1">
              <a:off x="-26" y="4169663"/>
              <a:ext cx="972775" cy="972775"/>
            </a:xfrm>
            <a:prstGeom prst="rect">
              <a:avLst/>
            </a:prstGeom>
            <a:noFill/>
            <a:ln>
              <a:noFill/>
            </a:ln>
          </p:spPr>
        </p:pic>
      </p:grpSp>
      <p:grpSp>
        <p:nvGrpSpPr>
          <p:cNvPr id="316" name="Google Shape;316;p31"/>
          <p:cNvGrpSpPr/>
          <p:nvPr/>
        </p:nvGrpSpPr>
        <p:grpSpPr>
          <a:xfrm rot="10800000">
            <a:off x="5368113" y="4784100"/>
            <a:ext cx="3789523" cy="359400"/>
            <a:chOff x="-13638" y="0"/>
            <a:chExt cx="3789523" cy="359400"/>
          </a:xfrm>
        </p:grpSpPr>
        <p:pic>
          <p:nvPicPr>
            <p:cNvPr id="317" name="Google Shape;317;p31"/>
            <p:cNvPicPr preferRelativeResize="0"/>
            <p:nvPr/>
          </p:nvPicPr>
          <p:blipFill>
            <a:blip r:embed="rId6">
              <a:alphaModFix/>
            </a:blip>
            <a:stretch>
              <a:fillRect/>
            </a:stretch>
          </p:blipFill>
          <p:spPr>
            <a:xfrm>
              <a:off x="-13638" y="0"/>
              <a:ext cx="3789523" cy="359400"/>
            </a:xfrm>
            <a:prstGeom prst="rect">
              <a:avLst/>
            </a:prstGeom>
            <a:noFill/>
            <a:ln>
              <a:noFill/>
            </a:ln>
          </p:spPr>
        </p:pic>
        <p:pic>
          <p:nvPicPr>
            <p:cNvPr id="318" name="Google Shape;318;p31"/>
            <p:cNvPicPr preferRelativeResize="0"/>
            <p:nvPr/>
          </p:nvPicPr>
          <p:blipFill>
            <a:blip r:embed="rId7">
              <a:alphaModFix/>
            </a:blip>
            <a:stretch>
              <a:fillRect/>
            </a:stretch>
          </p:blipFill>
          <p:spPr>
            <a:xfrm>
              <a:off x="265125" y="145205"/>
              <a:ext cx="1585464" cy="69000"/>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2pPr>
            <a:lvl3pPr lvl="2"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3pPr>
            <a:lvl4pPr lvl="3"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4pPr>
            <a:lvl5pPr lvl="4"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5pPr>
            <a:lvl6pPr lvl="5"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6pPr>
            <a:lvl7pPr lvl="6"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7pPr>
            <a:lvl8pPr lvl="7"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8pPr>
            <a:lvl9pPr lvl="8"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1pPr>
            <a:lvl2pPr marL="914400" lvl="1"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2pPr>
            <a:lvl3pPr marL="1371600" lvl="2"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marL="1828800" lvl="3"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4pPr>
            <a:lvl5pPr marL="2286000" lvl="4"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5pPr>
            <a:lvl6pPr marL="2743200" lvl="5"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6pPr>
            <a:lvl7pPr marL="3200400" lvl="6"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7pPr>
            <a:lvl8pPr marL="3657600" lvl="7"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8pPr>
            <a:lvl9pPr marL="4114800" lvl="8" indent="-30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8" r:id="rId8"/>
    <p:sldLayoutId id="2147483659" r:id="rId9"/>
    <p:sldLayoutId id="2147483661" r:id="rId10"/>
    <p:sldLayoutId id="2147483664" r:id="rId11"/>
    <p:sldLayoutId id="2147483665" r:id="rId12"/>
    <p:sldLayoutId id="2147483669" r:id="rId13"/>
    <p:sldLayoutId id="2147483676" r:id="rId14"/>
    <p:sldLayoutId id="2147483677"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4.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5"/>
          <p:cNvSpPr txBox="1">
            <a:spLocks noGrp="1"/>
          </p:cNvSpPr>
          <p:nvPr>
            <p:ph type="ctrTitle"/>
          </p:nvPr>
        </p:nvSpPr>
        <p:spPr>
          <a:xfrm>
            <a:off x="972300" y="1482800"/>
            <a:ext cx="7199400" cy="1477200"/>
          </a:xfrm>
          <a:prstGeom prst="rect">
            <a:avLst/>
          </a:prstGeom>
        </p:spPr>
        <p:txBody>
          <a:bodyPr spcFirstLastPara="1" wrap="square" lIns="91425" tIns="91425" rIns="91425" bIns="91425" anchor="b" anchorCtr="0">
            <a:noAutofit/>
          </a:bodyPr>
          <a:lstStyle/>
          <a:p>
            <a:pPr lvl="0"/>
            <a:r>
              <a:rPr lang="fr-FR" dirty="0"/>
              <a:t>UK Train Rides</a:t>
            </a:r>
            <a:r>
              <a:rPr lang="en-US" dirty="0"/>
              <a:t> Dashboard</a:t>
            </a:r>
            <a:endParaRPr dirty="0"/>
          </a:p>
        </p:txBody>
      </p:sp>
      <p:sp>
        <p:nvSpPr>
          <p:cNvPr id="330" name="Google Shape;330;p35"/>
          <p:cNvSpPr txBox="1">
            <a:spLocks noGrp="1"/>
          </p:cNvSpPr>
          <p:nvPr>
            <p:ph type="subTitle" idx="1"/>
          </p:nvPr>
        </p:nvSpPr>
        <p:spPr>
          <a:xfrm>
            <a:off x="972300" y="3239202"/>
            <a:ext cx="7199400" cy="421500"/>
          </a:xfrm>
          <a:prstGeom prst="rect">
            <a:avLst/>
          </a:prstGeom>
        </p:spPr>
        <p:txBody>
          <a:bodyPr spcFirstLastPara="1" wrap="square" lIns="91425" tIns="91425" rIns="91425" bIns="91425" anchor="t" anchorCtr="0">
            <a:noAutofit/>
          </a:bodyPr>
          <a:lstStyle/>
          <a:p>
            <a:pPr marL="0" indent="0"/>
            <a:r>
              <a:rPr lang="en-US" dirty="0"/>
              <a:t>DEPI3 - Data Analysis Power Bi</a:t>
            </a:r>
          </a:p>
          <a:p>
            <a:pPr marL="0" lvl="0" indent="0" algn="ctr" rtl="0">
              <a:spcBef>
                <a:spcPts val="0"/>
              </a:spcBef>
              <a:spcAft>
                <a:spcPts val="0"/>
              </a:spcAft>
              <a:buNone/>
            </a:pPr>
            <a:endParaRPr dirty="0"/>
          </a:p>
        </p:txBody>
      </p:sp>
      <p:pic>
        <p:nvPicPr>
          <p:cNvPr id="4" name="Picture 3">
            <a:extLst>
              <a:ext uri="{FF2B5EF4-FFF2-40B4-BE49-F238E27FC236}">
                <a16:creationId xmlns:a16="http://schemas.microsoft.com/office/drawing/2014/main" id="{CFF982D5-88D8-1C2E-8084-7FAC022A43B9}"/>
              </a:ext>
            </a:extLst>
          </p:cNvPr>
          <p:cNvPicPr>
            <a:picLocks noChangeAspect="1"/>
          </p:cNvPicPr>
          <p:nvPr/>
        </p:nvPicPr>
        <p:blipFill>
          <a:blip r:embed="rId3"/>
          <a:stretch>
            <a:fillRect/>
          </a:stretch>
        </p:blipFill>
        <p:spPr>
          <a:xfrm>
            <a:off x="67240" y="4457804"/>
            <a:ext cx="672706" cy="61845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4">
          <a:extLst>
            <a:ext uri="{FF2B5EF4-FFF2-40B4-BE49-F238E27FC236}">
              <a16:creationId xmlns:a16="http://schemas.microsoft.com/office/drawing/2014/main" id="{2D36B468-238C-AD56-16B8-63F3AF2FC7ED}"/>
            </a:ext>
          </a:extLst>
        </p:cNvPr>
        <p:cNvGrpSpPr/>
        <p:nvPr/>
      </p:nvGrpSpPr>
      <p:grpSpPr>
        <a:xfrm>
          <a:off x="0" y="0"/>
          <a:ext cx="0" cy="0"/>
          <a:chOff x="0" y="0"/>
          <a:chExt cx="0" cy="0"/>
        </a:xfrm>
      </p:grpSpPr>
      <p:sp>
        <p:nvSpPr>
          <p:cNvPr id="335" name="Google Shape;335;p36">
            <a:extLst>
              <a:ext uri="{FF2B5EF4-FFF2-40B4-BE49-F238E27FC236}">
                <a16:creationId xmlns:a16="http://schemas.microsoft.com/office/drawing/2014/main" id="{4558DABC-12F9-785A-4A6D-65CB23A25822}"/>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Team Members</a:t>
            </a:r>
            <a:endParaRPr dirty="0"/>
          </a:p>
        </p:txBody>
      </p:sp>
      <p:sp>
        <p:nvSpPr>
          <p:cNvPr id="338" name="Google Shape;338;p36">
            <a:extLst>
              <a:ext uri="{FF2B5EF4-FFF2-40B4-BE49-F238E27FC236}">
                <a16:creationId xmlns:a16="http://schemas.microsoft.com/office/drawing/2014/main" id="{369292CB-A682-3027-2E2F-FC3A68921892}"/>
              </a:ext>
            </a:extLst>
          </p:cNvPr>
          <p:cNvSpPr txBox="1"/>
          <p:nvPr/>
        </p:nvSpPr>
        <p:spPr>
          <a:xfrm>
            <a:off x="1828800" y="1397198"/>
            <a:ext cx="5486400" cy="3108960"/>
          </a:xfrm>
          <a:prstGeom prst="rect">
            <a:avLst/>
          </a:prstGeom>
          <a:noFill/>
          <a:ln>
            <a:noFill/>
          </a:ln>
        </p:spPr>
        <p:txBody>
          <a:bodyPr spcFirstLastPara="1" wrap="square" lIns="91425" tIns="91425" rIns="91425" bIns="91425" anchor="t" anchorCtr="0">
            <a:noAutofit/>
          </a:bodyPr>
          <a:lstStyle/>
          <a:p>
            <a:pPr algn="ctr"/>
            <a:r>
              <a:rPr lang="en" sz="2000" b="1" u="sng" dirty="0">
                <a:solidFill>
                  <a:schemeClr val="dk1"/>
                </a:solidFill>
                <a:latin typeface="Poppins"/>
                <a:cs typeface="Poppins"/>
                <a:sym typeface="Poppins"/>
              </a:rPr>
              <a:t>Ahmed Essam</a:t>
            </a:r>
            <a:r>
              <a:rPr lang="en-US" sz="2000" b="1" u="sng" dirty="0">
                <a:solidFill>
                  <a:schemeClr val="dk1"/>
                </a:solidFill>
                <a:latin typeface="Poppins"/>
                <a:cs typeface="Poppins"/>
              </a:rPr>
              <a:t> Eldin Abd El Fattah</a:t>
            </a:r>
            <a:br>
              <a:rPr lang="en-US" sz="2000" b="1" u="sng" dirty="0">
                <a:solidFill>
                  <a:schemeClr val="dk1"/>
                </a:solidFill>
                <a:latin typeface="Poppins"/>
                <a:cs typeface="Poppins"/>
              </a:rPr>
            </a:br>
            <a:br>
              <a:rPr lang="en-US" sz="2000" b="1" u="sng" dirty="0">
                <a:solidFill>
                  <a:schemeClr val="dk1"/>
                </a:solidFill>
                <a:latin typeface="Poppins"/>
                <a:cs typeface="Poppins"/>
              </a:rPr>
            </a:br>
            <a:endParaRPr lang="en-US" sz="2000" b="1" u="sng" dirty="0">
              <a:solidFill>
                <a:schemeClr val="dk1"/>
              </a:solidFill>
              <a:latin typeface="Poppins"/>
              <a:cs typeface="Poppins"/>
            </a:endParaRPr>
          </a:p>
          <a:p>
            <a:pPr lvl="0" algn="ctr"/>
            <a:endParaRPr sz="2000" b="1" u="sng" dirty="0">
              <a:solidFill>
                <a:schemeClr val="dk1"/>
              </a:solidFill>
              <a:latin typeface="Poppins"/>
              <a:cs typeface="Poppins"/>
              <a:sym typeface="Poppins"/>
            </a:endParaRPr>
          </a:p>
        </p:txBody>
      </p:sp>
      <p:sp>
        <p:nvSpPr>
          <p:cNvPr id="2" name="Google Shape;338;p36">
            <a:extLst>
              <a:ext uri="{FF2B5EF4-FFF2-40B4-BE49-F238E27FC236}">
                <a16:creationId xmlns:a16="http://schemas.microsoft.com/office/drawing/2014/main" id="{8115EEA4-F3DA-5552-BEB9-F521D8B46559}"/>
              </a:ext>
            </a:extLst>
          </p:cNvPr>
          <p:cNvSpPr txBox="1"/>
          <p:nvPr/>
        </p:nvSpPr>
        <p:spPr>
          <a:xfrm>
            <a:off x="1828800" y="1397198"/>
            <a:ext cx="5486400" cy="3108960"/>
          </a:xfrm>
          <a:prstGeom prst="rect">
            <a:avLst/>
          </a:prstGeom>
          <a:noFill/>
          <a:ln>
            <a:noFill/>
          </a:ln>
        </p:spPr>
        <p:txBody>
          <a:bodyPr spcFirstLastPara="1" wrap="square" lIns="91425" tIns="91425" rIns="91425" bIns="91425" anchor="t" anchorCtr="0">
            <a:noAutofit/>
          </a:bodyPr>
          <a:lstStyle/>
          <a:p>
            <a:pPr algn="ctr"/>
            <a:br>
              <a:rPr lang="en-US" sz="2000" b="1" u="sng" dirty="0">
                <a:solidFill>
                  <a:schemeClr val="dk1"/>
                </a:solidFill>
                <a:latin typeface="Poppins"/>
                <a:cs typeface="Poppins"/>
              </a:rPr>
            </a:br>
            <a:br>
              <a:rPr lang="en-US" sz="2000" b="1" u="sng" dirty="0">
                <a:solidFill>
                  <a:schemeClr val="dk1"/>
                </a:solidFill>
                <a:latin typeface="Poppins"/>
                <a:cs typeface="Poppins"/>
              </a:rPr>
            </a:br>
            <a:r>
              <a:rPr lang="en-US" sz="2000" b="1" u="sng" dirty="0">
                <a:solidFill>
                  <a:schemeClr val="dk1"/>
                </a:solidFill>
                <a:latin typeface="Poppins"/>
                <a:cs typeface="Poppins"/>
              </a:rPr>
              <a:t>Ahmed Ibrahim Abdelhamid</a:t>
            </a:r>
            <a:br>
              <a:rPr lang="en-US" sz="2000" b="1" u="sng" dirty="0">
                <a:solidFill>
                  <a:schemeClr val="dk1"/>
                </a:solidFill>
                <a:latin typeface="Poppins"/>
                <a:cs typeface="Poppins"/>
              </a:rPr>
            </a:br>
            <a:br>
              <a:rPr lang="en-US" sz="2000" b="1" u="sng" dirty="0">
                <a:solidFill>
                  <a:schemeClr val="dk1"/>
                </a:solidFill>
                <a:latin typeface="Poppins"/>
                <a:cs typeface="Poppins"/>
              </a:rPr>
            </a:br>
            <a:endParaRPr lang="en-US" sz="2000" b="1" u="sng" dirty="0">
              <a:solidFill>
                <a:schemeClr val="dk1"/>
              </a:solidFill>
              <a:latin typeface="Poppins"/>
              <a:cs typeface="Poppins"/>
            </a:endParaRPr>
          </a:p>
          <a:p>
            <a:pPr lvl="0" algn="ctr"/>
            <a:endParaRPr sz="2000" b="1" u="sng" dirty="0">
              <a:solidFill>
                <a:schemeClr val="dk1"/>
              </a:solidFill>
              <a:latin typeface="Poppins"/>
              <a:cs typeface="Poppins"/>
              <a:sym typeface="Poppins"/>
            </a:endParaRPr>
          </a:p>
        </p:txBody>
      </p:sp>
      <p:sp>
        <p:nvSpPr>
          <p:cNvPr id="3" name="Google Shape;338;p36">
            <a:extLst>
              <a:ext uri="{FF2B5EF4-FFF2-40B4-BE49-F238E27FC236}">
                <a16:creationId xmlns:a16="http://schemas.microsoft.com/office/drawing/2014/main" id="{B6446132-87FE-29EC-238A-9B4C349FCCBF}"/>
              </a:ext>
            </a:extLst>
          </p:cNvPr>
          <p:cNvSpPr txBox="1"/>
          <p:nvPr/>
        </p:nvSpPr>
        <p:spPr>
          <a:xfrm>
            <a:off x="1828800" y="1397198"/>
            <a:ext cx="5486400" cy="3108960"/>
          </a:xfrm>
          <a:prstGeom prst="rect">
            <a:avLst/>
          </a:prstGeom>
          <a:noFill/>
          <a:ln>
            <a:noFill/>
          </a:ln>
        </p:spPr>
        <p:txBody>
          <a:bodyPr spcFirstLastPara="1" wrap="square" lIns="91425" tIns="91425" rIns="91425" bIns="91425" anchor="t" anchorCtr="0">
            <a:noAutofit/>
          </a:bodyPr>
          <a:lstStyle/>
          <a:p>
            <a:pPr algn="ctr"/>
            <a:br>
              <a:rPr lang="en-US" sz="2000" b="1" u="sng" dirty="0">
                <a:solidFill>
                  <a:schemeClr val="dk1"/>
                </a:solidFill>
                <a:latin typeface="Poppins"/>
                <a:cs typeface="Poppins"/>
              </a:rPr>
            </a:br>
            <a:br>
              <a:rPr lang="en-US" sz="2000" b="1" u="sng" dirty="0">
                <a:solidFill>
                  <a:schemeClr val="dk1"/>
                </a:solidFill>
                <a:latin typeface="Poppins"/>
                <a:cs typeface="Poppins"/>
              </a:rPr>
            </a:br>
            <a:br>
              <a:rPr lang="en-US" sz="2000" b="1" u="sng" dirty="0">
                <a:solidFill>
                  <a:schemeClr val="dk1"/>
                </a:solidFill>
                <a:latin typeface="Poppins"/>
                <a:cs typeface="Poppins"/>
              </a:rPr>
            </a:br>
            <a:br>
              <a:rPr lang="en-US" sz="2000" b="1" u="sng" dirty="0">
                <a:solidFill>
                  <a:schemeClr val="dk1"/>
                </a:solidFill>
                <a:latin typeface="Poppins"/>
                <a:cs typeface="Poppins"/>
              </a:rPr>
            </a:br>
            <a:r>
              <a:rPr lang="en-US" sz="2000" b="1" u="sng" dirty="0">
                <a:solidFill>
                  <a:schemeClr val="dk1"/>
                </a:solidFill>
                <a:latin typeface="Poppins"/>
                <a:cs typeface="Poppins"/>
              </a:rPr>
              <a:t>Amr Essam Fathy</a:t>
            </a:r>
            <a:br>
              <a:rPr lang="en-US" sz="2000" b="1" u="sng" dirty="0">
                <a:solidFill>
                  <a:schemeClr val="dk1"/>
                </a:solidFill>
                <a:latin typeface="Poppins"/>
                <a:cs typeface="Poppins"/>
              </a:rPr>
            </a:br>
            <a:endParaRPr lang="en-US" sz="2000" b="1" u="sng" dirty="0">
              <a:solidFill>
                <a:schemeClr val="dk1"/>
              </a:solidFill>
              <a:latin typeface="Poppins"/>
              <a:cs typeface="Poppins"/>
            </a:endParaRPr>
          </a:p>
        </p:txBody>
      </p:sp>
      <p:sp>
        <p:nvSpPr>
          <p:cNvPr id="4" name="Google Shape;338;p36">
            <a:extLst>
              <a:ext uri="{FF2B5EF4-FFF2-40B4-BE49-F238E27FC236}">
                <a16:creationId xmlns:a16="http://schemas.microsoft.com/office/drawing/2014/main" id="{6755DDB9-C1BC-30E1-A5F4-F23F1C2A1A4B}"/>
              </a:ext>
            </a:extLst>
          </p:cNvPr>
          <p:cNvSpPr txBox="1"/>
          <p:nvPr/>
        </p:nvSpPr>
        <p:spPr>
          <a:xfrm>
            <a:off x="1828800" y="2616398"/>
            <a:ext cx="5486400" cy="3108960"/>
          </a:xfrm>
          <a:prstGeom prst="rect">
            <a:avLst/>
          </a:prstGeom>
          <a:noFill/>
          <a:ln>
            <a:noFill/>
          </a:ln>
        </p:spPr>
        <p:txBody>
          <a:bodyPr spcFirstLastPara="1" wrap="square" lIns="91425" tIns="91425" rIns="91425" bIns="91425" anchor="t" anchorCtr="0">
            <a:noAutofit/>
          </a:bodyPr>
          <a:lstStyle/>
          <a:p>
            <a:pPr algn="ctr"/>
            <a:br>
              <a:rPr lang="en-US" sz="2000" b="1" u="sng" dirty="0">
                <a:solidFill>
                  <a:schemeClr val="dk1"/>
                </a:solidFill>
                <a:latin typeface="Poppins"/>
                <a:cs typeface="Poppins"/>
              </a:rPr>
            </a:br>
            <a:br>
              <a:rPr lang="en-US" sz="2000" b="1" u="sng" dirty="0">
                <a:solidFill>
                  <a:schemeClr val="dk1"/>
                </a:solidFill>
                <a:latin typeface="Poppins"/>
                <a:cs typeface="Poppins"/>
              </a:rPr>
            </a:br>
            <a:r>
              <a:rPr lang="en-US" sz="2000" b="1" u="sng" dirty="0">
                <a:solidFill>
                  <a:schemeClr val="dk1"/>
                </a:solidFill>
                <a:latin typeface="Poppins"/>
                <a:cs typeface="Poppins"/>
              </a:rPr>
              <a:t>Eslam Mohamed Abd El Fattah</a:t>
            </a:r>
            <a:br>
              <a:rPr lang="en-US" sz="2000" b="1" u="sng" dirty="0">
                <a:solidFill>
                  <a:schemeClr val="dk1"/>
                </a:solidFill>
                <a:latin typeface="Poppins"/>
                <a:cs typeface="Poppins"/>
              </a:rPr>
            </a:br>
            <a:endParaRPr lang="en-US" sz="2000" b="1" u="sng" dirty="0">
              <a:solidFill>
                <a:schemeClr val="dk1"/>
              </a:solidFill>
              <a:latin typeface="Poppins"/>
              <a:cs typeface="Poppins"/>
            </a:endParaRPr>
          </a:p>
          <a:p>
            <a:pPr lvl="0" algn="ctr"/>
            <a:endParaRPr sz="2000" b="1" u="sng" dirty="0">
              <a:solidFill>
                <a:schemeClr val="dk1"/>
              </a:solidFill>
              <a:latin typeface="Poppins"/>
              <a:cs typeface="Poppins"/>
              <a:sym typeface="Poppins"/>
            </a:endParaRPr>
          </a:p>
        </p:txBody>
      </p:sp>
      <p:sp>
        <p:nvSpPr>
          <p:cNvPr id="5" name="Google Shape;338;p36">
            <a:extLst>
              <a:ext uri="{FF2B5EF4-FFF2-40B4-BE49-F238E27FC236}">
                <a16:creationId xmlns:a16="http://schemas.microsoft.com/office/drawing/2014/main" id="{C58AD746-444F-288C-FB7E-BAE6494A9FF5}"/>
              </a:ext>
            </a:extLst>
          </p:cNvPr>
          <p:cNvSpPr txBox="1"/>
          <p:nvPr/>
        </p:nvSpPr>
        <p:spPr>
          <a:xfrm>
            <a:off x="1828800" y="3225999"/>
            <a:ext cx="5486400" cy="3108960"/>
          </a:xfrm>
          <a:prstGeom prst="rect">
            <a:avLst/>
          </a:prstGeom>
          <a:noFill/>
          <a:ln>
            <a:noFill/>
          </a:ln>
        </p:spPr>
        <p:txBody>
          <a:bodyPr spcFirstLastPara="1" wrap="square" lIns="91425" tIns="91425" rIns="91425" bIns="91425" anchor="t" anchorCtr="0">
            <a:noAutofit/>
          </a:bodyPr>
          <a:lstStyle/>
          <a:p>
            <a:pPr algn="ctr"/>
            <a:br>
              <a:rPr lang="en-US" sz="2000" b="1" u="sng" dirty="0">
                <a:solidFill>
                  <a:schemeClr val="dk1"/>
                </a:solidFill>
                <a:latin typeface="Poppins"/>
                <a:cs typeface="Poppins"/>
              </a:rPr>
            </a:br>
            <a:endParaRPr lang="en-US" sz="2000" b="1" u="sng" dirty="0">
              <a:solidFill>
                <a:schemeClr val="dk1"/>
              </a:solidFill>
              <a:latin typeface="Poppins"/>
              <a:cs typeface="Poppins"/>
            </a:endParaRPr>
          </a:p>
          <a:p>
            <a:pPr algn="ctr"/>
            <a:r>
              <a:rPr lang="en-US" sz="2000" b="1" u="sng" dirty="0">
                <a:solidFill>
                  <a:schemeClr val="dk1"/>
                </a:solidFill>
                <a:latin typeface="Poppins"/>
                <a:cs typeface="Poppins"/>
              </a:rPr>
              <a:t>Reham Mahmoud Moustafa Shaarawy</a:t>
            </a:r>
          </a:p>
          <a:p>
            <a:pPr lvl="0" algn="ctr"/>
            <a:endParaRPr sz="2000" b="1" u="sng" dirty="0">
              <a:solidFill>
                <a:schemeClr val="dk1"/>
              </a:solidFill>
              <a:latin typeface="Poppins"/>
              <a:cs typeface="Poppins"/>
              <a:sym typeface="Poppins"/>
            </a:endParaRPr>
          </a:p>
        </p:txBody>
      </p:sp>
    </p:spTree>
    <p:extLst>
      <p:ext uri="{BB962C8B-B14F-4D97-AF65-F5344CB8AC3E}">
        <p14:creationId xmlns:p14="http://schemas.microsoft.com/office/powerpoint/2010/main" val="234692774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35"/>
                                        </p:tgtEl>
                                        <p:attrNameLst>
                                          <p:attrName>style.visibility</p:attrName>
                                        </p:attrNameLst>
                                      </p:cBhvr>
                                      <p:to>
                                        <p:strVal val="visible"/>
                                      </p:to>
                                    </p:set>
                                    <p:animEffect transition="in" filter="fade">
                                      <p:cBhvr>
                                        <p:cTn id="7" dur="1000"/>
                                        <p:tgtEl>
                                          <p:spTgt spid="335"/>
                                        </p:tgtEl>
                                      </p:cBhvr>
                                    </p:animEffect>
                                    <p:anim calcmode="lin" valueType="num">
                                      <p:cBhvr>
                                        <p:cTn id="8" dur="1000" fill="hold"/>
                                        <p:tgtEl>
                                          <p:spTgt spid="335"/>
                                        </p:tgtEl>
                                        <p:attrNameLst>
                                          <p:attrName>ppt_x</p:attrName>
                                        </p:attrNameLst>
                                      </p:cBhvr>
                                      <p:tavLst>
                                        <p:tav tm="0">
                                          <p:val>
                                            <p:strVal val="#ppt_x"/>
                                          </p:val>
                                        </p:tav>
                                        <p:tav tm="100000">
                                          <p:val>
                                            <p:strVal val="#ppt_x"/>
                                          </p:val>
                                        </p:tav>
                                      </p:tavLst>
                                    </p:anim>
                                    <p:anim calcmode="lin" valueType="num">
                                      <p:cBhvr>
                                        <p:cTn id="9" dur="1000" fill="hold"/>
                                        <p:tgtEl>
                                          <p:spTgt spid="33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338">
                                            <p:txEl>
                                              <p:pRg st="0" end="0"/>
                                            </p:txEl>
                                          </p:spTgt>
                                        </p:tgtEl>
                                        <p:attrNameLst>
                                          <p:attrName>style.visibility</p:attrName>
                                        </p:attrNameLst>
                                      </p:cBhvr>
                                      <p:to>
                                        <p:strVal val="visible"/>
                                      </p:to>
                                    </p:set>
                                    <p:anim calcmode="lin" valueType="num">
                                      <p:cBhvr additive="base">
                                        <p:cTn id="14" dur="1500" fill="hold"/>
                                        <p:tgtEl>
                                          <p:spTgt spid="338">
                                            <p:txEl>
                                              <p:pRg st="0" end="0"/>
                                            </p:txEl>
                                          </p:spTgt>
                                        </p:tgtEl>
                                        <p:attrNameLst>
                                          <p:attrName>ppt_x</p:attrName>
                                        </p:attrNameLst>
                                      </p:cBhvr>
                                      <p:tavLst>
                                        <p:tav tm="0">
                                          <p:val>
                                            <p:strVal val="0-#ppt_w/2"/>
                                          </p:val>
                                        </p:tav>
                                        <p:tav tm="100000">
                                          <p:val>
                                            <p:strVal val="#ppt_x"/>
                                          </p:val>
                                        </p:tav>
                                      </p:tavLst>
                                    </p:anim>
                                    <p:anim calcmode="lin" valueType="num">
                                      <p:cBhvr additive="base">
                                        <p:cTn id="15" dur="1500" fill="hold"/>
                                        <p:tgtEl>
                                          <p:spTgt spid="338">
                                            <p:txEl>
                                              <p:pRg st="0" end="0"/>
                                            </p:txEl>
                                          </p:spTgt>
                                        </p:tgtEl>
                                        <p:attrNameLst>
                                          <p:attrName>ppt_y</p:attrName>
                                        </p:attrNameLst>
                                      </p:cBhvr>
                                      <p:tavLst>
                                        <p:tav tm="0">
                                          <p:val>
                                            <p:strVal val="#ppt_y"/>
                                          </p:val>
                                        </p:tav>
                                        <p:tav tm="100000">
                                          <p:val>
                                            <p:strVal val="#ppt_y"/>
                                          </p:val>
                                        </p:tav>
                                      </p:tavLst>
                                    </p:anim>
                                  </p:childTnLst>
                                </p:cTn>
                              </p:par>
                            </p:childTnLst>
                          </p:cTn>
                        </p:par>
                        <p:par>
                          <p:cTn id="16" fill="hold">
                            <p:stCondLst>
                              <p:cond delay="1500"/>
                            </p:stCondLst>
                            <p:childTnLst>
                              <p:par>
                                <p:cTn id="17" presetID="2" presetClass="entr" presetSubtype="2" fill="hold" grpId="0" nodeType="after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anim calcmode="lin" valueType="num">
                                      <p:cBhvr additive="base">
                                        <p:cTn id="19" dur="1500" fill="hold"/>
                                        <p:tgtEl>
                                          <p:spTgt spid="2">
                                            <p:txEl>
                                              <p:pRg st="0" end="0"/>
                                            </p:txEl>
                                          </p:spTgt>
                                        </p:tgtEl>
                                        <p:attrNameLst>
                                          <p:attrName>ppt_x</p:attrName>
                                        </p:attrNameLst>
                                      </p:cBhvr>
                                      <p:tavLst>
                                        <p:tav tm="0">
                                          <p:val>
                                            <p:strVal val="1+#ppt_w/2"/>
                                          </p:val>
                                        </p:tav>
                                        <p:tav tm="100000">
                                          <p:val>
                                            <p:strVal val="#ppt_x"/>
                                          </p:val>
                                        </p:tav>
                                      </p:tavLst>
                                    </p:anim>
                                    <p:anim calcmode="lin" valueType="num">
                                      <p:cBhvr additive="base">
                                        <p:cTn id="20" dur="1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par>
                          <p:cTn id="21" fill="hold">
                            <p:stCondLst>
                              <p:cond delay="3000"/>
                            </p:stCondLst>
                            <p:childTnLst>
                              <p:par>
                                <p:cTn id="22" presetID="2" presetClass="entr" presetSubtype="8" fill="hold" grpId="0" nodeType="after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anim calcmode="lin" valueType="num">
                                      <p:cBhvr additive="base">
                                        <p:cTn id="24" dur="1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25" dur="1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4500"/>
                            </p:stCondLst>
                            <p:childTnLst>
                              <p:par>
                                <p:cTn id="27" presetID="2" presetClass="entr" presetSubtype="2" fill="hold" grpId="0" nodeType="after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anim calcmode="lin" valueType="num">
                                      <p:cBhvr additive="base">
                                        <p:cTn id="29" dur="1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30" dur="1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par>
                          <p:cTn id="31" fill="hold">
                            <p:stCondLst>
                              <p:cond delay="6000"/>
                            </p:stCondLst>
                            <p:childTnLst>
                              <p:par>
                                <p:cTn id="32" presetID="2" presetClass="entr" presetSubtype="8" fill="hold" grpId="0" nodeType="afterEffect">
                                  <p:stCondLst>
                                    <p:cond delay="0"/>
                                  </p:stCondLst>
                                  <p:childTnLst>
                                    <p:set>
                                      <p:cBhvr>
                                        <p:cTn id="33" dur="1" fill="hold">
                                          <p:stCondLst>
                                            <p:cond delay="0"/>
                                          </p:stCondLst>
                                        </p:cTn>
                                        <p:tgtEl>
                                          <p:spTgt spid="5">
                                            <p:txEl>
                                              <p:pRg st="0" end="0"/>
                                            </p:txEl>
                                          </p:spTgt>
                                        </p:tgtEl>
                                        <p:attrNameLst>
                                          <p:attrName>style.visibility</p:attrName>
                                        </p:attrNameLst>
                                      </p:cBhvr>
                                      <p:to>
                                        <p:strVal val="visible"/>
                                      </p:to>
                                    </p:set>
                                    <p:anim calcmode="lin" valueType="num">
                                      <p:cBhvr additive="base">
                                        <p:cTn id="34" dur="1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35" dur="1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par>
                          <p:cTn id="36" fill="hold">
                            <p:stCondLst>
                              <p:cond delay="7500"/>
                            </p:stCondLst>
                            <p:childTnLst>
                              <p:par>
                                <p:cTn id="37" presetID="2" presetClass="entr" presetSubtype="8" fill="hold" grpId="0" nodeType="afterEffect">
                                  <p:stCondLst>
                                    <p:cond delay="0"/>
                                  </p:stCondLst>
                                  <p:childTnLst>
                                    <p:set>
                                      <p:cBhvr>
                                        <p:cTn id="38" dur="1" fill="hold">
                                          <p:stCondLst>
                                            <p:cond delay="0"/>
                                          </p:stCondLst>
                                        </p:cTn>
                                        <p:tgtEl>
                                          <p:spTgt spid="5">
                                            <p:txEl>
                                              <p:pRg st="1" end="1"/>
                                            </p:txEl>
                                          </p:spTgt>
                                        </p:tgtEl>
                                        <p:attrNameLst>
                                          <p:attrName>style.visibility</p:attrName>
                                        </p:attrNameLst>
                                      </p:cBhvr>
                                      <p:to>
                                        <p:strVal val="visible"/>
                                      </p:to>
                                    </p:set>
                                    <p:anim calcmode="lin" valueType="num">
                                      <p:cBhvr additive="base">
                                        <p:cTn id="39" dur="1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40" dur="1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 grpId="0"/>
      <p:bldP spid="338" grpId="0" build="allAtOnce"/>
      <p:bldP spid="2" grpId="0" build="allAtOnce"/>
      <p:bldP spid="3" grpId="0" build="allAtOnce"/>
      <p:bldP spid="4" grpId="0" build="allAtOnce"/>
      <p:bldP spid="5"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sp>
        <p:nvSpPr>
          <p:cNvPr id="345" name="Google Shape;345;p37"/>
          <p:cNvSpPr txBox="1">
            <a:spLocks noGrp="1"/>
          </p:cNvSpPr>
          <p:nvPr>
            <p:ph type="title" idx="2"/>
          </p:nvPr>
        </p:nvSpPr>
        <p:spPr>
          <a:xfrm>
            <a:off x="3759205" y="1699096"/>
            <a:ext cx="694800" cy="69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46" name="Google Shape;346;p37"/>
          <p:cNvSpPr txBox="1">
            <a:spLocks noGrp="1"/>
          </p:cNvSpPr>
          <p:nvPr>
            <p:ph type="title" idx="3"/>
          </p:nvPr>
        </p:nvSpPr>
        <p:spPr>
          <a:xfrm>
            <a:off x="4690005" y="1699096"/>
            <a:ext cx="694800" cy="69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47" name="Google Shape;347;p37"/>
          <p:cNvSpPr txBox="1">
            <a:spLocks noGrp="1"/>
          </p:cNvSpPr>
          <p:nvPr>
            <p:ph type="title" idx="4"/>
          </p:nvPr>
        </p:nvSpPr>
        <p:spPr>
          <a:xfrm>
            <a:off x="3759193" y="2781754"/>
            <a:ext cx="694800" cy="69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48" name="Google Shape;348;p37"/>
          <p:cNvSpPr txBox="1">
            <a:spLocks noGrp="1"/>
          </p:cNvSpPr>
          <p:nvPr>
            <p:ph type="title" idx="5"/>
          </p:nvPr>
        </p:nvSpPr>
        <p:spPr>
          <a:xfrm>
            <a:off x="4689993" y="2781754"/>
            <a:ext cx="694800" cy="69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349" name="Google Shape;349;p37"/>
          <p:cNvSpPr txBox="1">
            <a:spLocks noGrp="1"/>
          </p:cNvSpPr>
          <p:nvPr>
            <p:ph type="title" idx="6"/>
          </p:nvPr>
        </p:nvSpPr>
        <p:spPr>
          <a:xfrm>
            <a:off x="3759207" y="3864413"/>
            <a:ext cx="694800" cy="69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50" name="Google Shape;350;p37"/>
          <p:cNvSpPr txBox="1">
            <a:spLocks noGrp="1"/>
          </p:cNvSpPr>
          <p:nvPr>
            <p:ph type="title" idx="7"/>
          </p:nvPr>
        </p:nvSpPr>
        <p:spPr>
          <a:xfrm>
            <a:off x="4690007" y="3864413"/>
            <a:ext cx="694800" cy="694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351" name="Google Shape;351;p37"/>
          <p:cNvSpPr txBox="1">
            <a:spLocks noGrp="1"/>
          </p:cNvSpPr>
          <p:nvPr>
            <p:ph type="subTitle" idx="1"/>
          </p:nvPr>
        </p:nvSpPr>
        <p:spPr>
          <a:xfrm>
            <a:off x="1280600" y="1699100"/>
            <a:ext cx="2288100" cy="694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Team Members</a:t>
            </a:r>
            <a:endParaRPr dirty="0"/>
          </a:p>
        </p:txBody>
      </p:sp>
      <p:sp>
        <p:nvSpPr>
          <p:cNvPr id="352" name="Google Shape;352;p37"/>
          <p:cNvSpPr txBox="1">
            <a:spLocks noGrp="1"/>
          </p:cNvSpPr>
          <p:nvPr>
            <p:ph type="subTitle" idx="8"/>
          </p:nvPr>
        </p:nvSpPr>
        <p:spPr>
          <a:xfrm>
            <a:off x="1280600" y="2781762"/>
            <a:ext cx="2288100" cy="694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Project Overview</a:t>
            </a:r>
            <a:endParaRPr dirty="0"/>
          </a:p>
        </p:txBody>
      </p:sp>
      <p:sp>
        <p:nvSpPr>
          <p:cNvPr id="353" name="Google Shape;353;p37"/>
          <p:cNvSpPr txBox="1">
            <a:spLocks noGrp="1"/>
          </p:cNvSpPr>
          <p:nvPr>
            <p:ph type="subTitle" idx="9"/>
          </p:nvPr>
        </p:nvSpPr>
        <p:spPr>
          <a:xfrm>
            <a:off x="1280600" y="3864423"/>
            <a:ext cx="2288100" cy="694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Data Description</a:t>
            </a:r>
            <a:endParaRPr dirty="0"/>
          </a:p>
        </p:txBody>
      </p:sp>
      <p:sp>
        <p:nvSpPr>
          <p:cNvPr id="354" name="Google Shape;354;p37"/>
          <p:cNvSpPr txBox="1">
            <a:spLocks noGrp="1"/>
          </p:cNvSpPr>
          <p:nvPr>
            <p:ph type="subTitle" idx="13"/>
          </p:nvPr>
        </p:nvSpPr>
        <p:spPr>
          <a:xfrm>
            <a:off x="5575300" y="1699096"/>
            <a:ext cx="2288100" cy="69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Steps</a:t>
            </a:r>
            <a:endParaRPr dirty="0"/>
          </a:p>
        </p:txBody>
      </p:sp>
      <p:sp>
        <p:nvSpPr>
          <p:cNvPr id="355" name="Google Shape;355;p37"/>
          <p:cNvSpPr txBox="1">
            <a:spLocks noGrp="1"/>
          </p:cNvSpPr>
          <p:nvPr>
            <p:ph type="subTitle" idx="14"/>
          </p:nvPr>
        </p:nvSpPr>
        <p:spPr>
          <a:xfrm>
            <a:off x="5575300" y="2781754"/>
            <a:ext cx="3291840" cy="69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 Cleaning &amp; Modeling</a:t>
            </a:r>
            <a:endParaRPr dirty="0"/>
          </a:p>
        </p:txBody>
      </p:sp>
      <p:sp>
        <p:nvSpPr>
          <p:cNvPr id="356" name="Google Shape;356;p37"/>
          <p:cNvSpPr txBox="1">
            <a:spLocks noGrp="1"/>
          </p:cNvSpPr>
          <p:nvPr>
            <p:ph type="subTitle" idx="15"/>
          </p:nvPr>
        </p:nvSpPr>
        <p:spPr>
          <a:xfrm>
            <a:off x="5575300" y="3864413"/>
            <a:ext cx="2288100" cy="69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CONCLUSION</a:t>
            </a:r>
            <a:endParaRPr/>
          </a:p>
        </p:txBody>
      </p:sp>
      <p:pic>
        <p:nvPicPr>
          <p:cNvPr id="357" name="Google Shape;357;p37"/>
          <p:cNvPicPr preferRelativeResize="0"/>
          <p:nvPr/>
        </p:nvPicPr>
        <p:blipFill>
          <a:blip r:embed="rId3">
            <a:alphaModFix/>
          </a:blip>
          <a:stretch>
            <a:fillRect/>
          </a:stretch>
        </p:blipFill>
        <p:spPr>
          <a:xfrm>
            <a:off x="76200" y="3712050"/>
            <a:ext cx="1768000" cy="1350575"/>
          </a:xfrm>
          <a:prstGeom prst="rect">
            <a:avLst/>
          </a:prstGeom>
          <a:noFill/>
          <a:ln>
            <a:noFill/>
          </a:ln>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44"/>
                                        </p:tgtEl>
                                        <p:attrNameLst>
                                          <p:attrName>style.visibility</p:attrName>
                                        </p:attrNameLst>
                                      </p:cBhvr>
                                      <p:to>
                                        <p:strVal val="visible"/>
                                      </p:to>
                                    </p:set>
                                    <p:animEffect transition="in" filter="fade">
                                      <p:cBhvr>
                                        <p:cTn id="7" dur="1000"/>
                                        <p:tgtEl>
                                          <p:spTgt spid="344"/>
                                        </p:tgtEl>
                                      </p:cBhvr>
                                    </p:animEffect>
                                    <p:anim calcmode="lin" valueType="num">
                                      <p:cBhvr>
                                        <p:cTn id="8" dur="1000" fill="hold"/>
                                        <p:tgtEl>
                                          <p:spTgt spid="344"/>
                                        </p:tgtEl>
                                        <p:attrNameLst>
                                          <p:attrName>ppt_x</p:attrName>
                                        </p:attrNameLst>
                                      </p:cBhvr>
                                      <p:tavLst>
                                        <p:tav tm="0">
                                          <p:val>
                                            <p:strVal val="#ppt_x"/>
                                          </p:val>
                                        </p:tav>
                                        <p:tav tm="100000">
                                          <p:val>
                                            <p:strVal val="#ppt_x"/>
                                          </p:val>
                                        </p:tav>
                                      </p:tavLst>
                                    </p:anim>
                                    <p:anim calcmode="lin" valueType="num">
                                      <p:cBhvr>
                                        <p:cTn id="9" dur="1000" fill="hold"/>
                                        <p:tgtEl>
                                          <p:spTgt spid="34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345"/>
                                        </p:tgtEl>
                                        <p:attrNameLst>
                                          <p:attrName>style.visibility</p:attrName>
                                        </p:attrNameLst>
                                      </p:cBhvr>
                                      <p:to>
                                        <p:strVal val="visible"/>
                                      </p:to>
                                    </p:set>
                                    <p:animEffect transition="in" filter="wipe(up)">
                                      <p:cBhvr>
                                        <p:cTn id="14" dur="1500"/>
                                        <p:tgtEl>
                                          <p:spTgt spid="345"/>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346"/>
                                        </p:tgtEl>
                                        <p:attrNameLst>
                                          <p:attrName>style.visibility</p:attrName>
                                        </p:attrNameLst>
                                      </p:cBhvr>
                                      <p:to>
                                        <p:strVal val="visible"/>
                                      </p:to>
                                    </p:set>
                                    <p:animEffect transition="in" filter="wipe(up)">
                                      <p:cBhvr>
                                        <p:cTn id="17" dur="1500"/>
                                        <p:tgtEl>
                                          <p:spTgt spid="346"/>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347"/>
                                        </p:tgtEl>
                                        <p:attrNameLst>
                                          <p:attrName>style.visibility</p:attrName>
                                        </p:attrNameLst>
                                      </p:cBhvr>
                                      <p:to>
                                        <p:strVal val="visible"/>
                                      </p:to>
                                    </p:set>
                                    <p:animEffect transition="in" filter="wipe(up)">
                                      <p:cBhvr>
                                        <p:cTn id="20" dur="1500"/>
                                        <p:tgtEl>
                                          <p:spTgt spid="347"/>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348"/>
                                        </p:tgtEl>
                                        <p:attrNameLst>
                                          <p:attrName>style.visibility</p:attrName>
                                        </p:attrNameLst>
                                      </p:cBhvr>
                                      <p:to>
                                        <p:strVal val="visible"/>
                                      </p:to>
                                    </p:set>
                                    <p:animEffect transition="in" filter="wipe(up)">
                                      <p:cBhvr>
                                        <p:cTn id="23" dur="1500"/>
                                        <p:tgtEl>
                                          <p:spTgt spid="348"/>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349"/>
                                        </p:tgtEl>
                                        <p:attrNameLst>
                                          <p:attrName>style.visibility</p:attrName>
                                        </p:attrNameLst>
                                      </p:cBhvr>
                                      <p:to>
                                        <p:strVal val="visible"/>
                                      </p:to>
                                    </p:set>
                                    <p:animEffect transition="in" filter="wipe(up)">
                                      <p:cBhvr>
                                        <p:cTn id="26" dur="1500"/>
                                        <p:tgtEl>
                                          <p:spTgt spid="349"/>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350"/>
                                        </p:tgtEl>
                                        <p:attrNameLst>
                                          <p:attrName>style.visibility</p:attrName>
                                        </p:attrNameLst>
                                      </p:cBhvr>
                                      <p:to>
                                        <p:strVal val="visible"/>
                                      </p:to>
                                    </p:set>
                                    <p:animEffect transition="in" filter="wipe(up)">
                                      <p:cBhvr>
                                        <p:cTn id="29" dur="1500"/>
                                        <p:tgtEl>
                                          <p:spTgt spid="350"/>
                                        </p:tgtEl>
                                      </p:cBhvr>
                                    </p:animEffect>
                                  </p:childTnLst>
                                </p:cTn>
                              </p:par>
                            </p:childTnLst>
                          </p:cTn>
                        </p:par>
                        <p:par>
                          <p:cTn id="30" fill="hold">
                            <p:stCondLst>
                              <p:cond delay="1500"/>
                            </p:stCondLst>
                            <p:childTnLst>
                              <p:par>
                                <p:cTn id="31" presetID="2" presetClass="entr" presetSubtype="8" fill="hold" grpId="0" nodeType="afterEffect">
                                  <p:stCondLst>
                                    <p:cond delay="0"/>
                                  </p:stCondLst>
                                  <p:childTnLst>
                                    <p:set>
                                      <p:cBhvr>
                                        <p:cTn id="32" dur="1" fill="hold">
                                          <p:stCondLst>
                                            <p:cond delay="0"/>
                                          </p:stCondLst>
                                        </p:cTn>
                                        <p:tgtEl>
                                          <p:spTgt spid="351">
                                            <p:txEl>
                                              <p:pRg st="0" end="0"/>
                                            </p:txEl>
                                          </p:spTgt>
                                        </p:tgtEl>
                                        <p:attrNameLst>
                                          <p:attrName>style.visibility</p:attrName>
                                        </p:attrNameLst>
                                      </p:cBhvr>
                                      <p:to>
                                        <p:strVal val="visible"/>
                                      </p:to>
                                    </p:set>
                                    <p:anim calcmode="lin" valueType="num">
                                      <p:cBhvr additive="base">
                                        <p:cTn id="33" dur="1500" fill="hold"/>
                                        <p:tgtEl>
                                          <p:spTgt spid="351">
                                            <p:txEl>
                                              <p:pRg st="0" end="0"/>
                                            </p:txEl>
                                          </p:spTgt>
                                        </p:tgtEl>
                                        <p:attrNameLst>
                                          <p:attrName>ppt_x</p:attrName>
                                        </p:attrNameLst>
                                      </p:cBhvr>
                                      <p:tavLst>
                                        <p:tav tm="0">
                                          <p:val>
                                            <p:strVal val="0-#ppt_w/2"/>
                                          </p:val>
                                        </p:tav>
                                        <p:tav tm="100000">
                                          <p:val>
                                            <p:strVal val="#ppt_x"/>
                                          </p:val>
                                        </p:tav>
                                      </p:tavLst>
                                    </p:anim>
                                    <p:anim calcmode="lin" valueType="num">
                                      <p:cBhvr additive="base">
                                        <p:cTn id="34" dur="1500" fill="hold"/>
                                        <p:tgtEl>
                                          <p:spTgt spid="351">
                                            <p:txEl>
                                              <p:pRg st="0" end="0"/>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352">
                                            <p:txEl>
                                              <p:pRg st="0" end="0"/>
                                            </p:txEl>
                                          </p:spTgt>
                                        </p:tgtEl>
                                        <p:attrNameLst>
                                          <p:attrName>style.visibility</p:attrName>
                                        </p:attrNameLst>
                                      </p:cBhvr>
                                      <p:to>
                                        <p:strVal val="visible"/>
                                      </p:to>
                                    </p:set>
                                    <p:anim calcmode="lin" valueType="num">
                                      <p:cBhvr additive="base">
                                        <p:cTn id="37" dur="1500" fill="hold"/>
                                        <p:tgtEl>
                                          <p:spTgt spid="352">
                                            <p:txEl>
                                              <p:pRg st="0" end="0"/>
                                            </p:txEl>
                                          </p:spTgt>
                                        </p:tgtEl>
                                        <p:attrNameLst>
                                          <p:attrName>ppt_x</p:attrName>
                                        </p:attrNameLst>
                                      </p:cBhvr>
                                      <p:tavLst>
                                        <p:tav tm="0">
                                          <p:val>
                                            <p:strVal val="0-#ppt_w/2"/>
                                          </p:val>
                                        </p:tav>
                                        <p:tav tm="100000">
                                          <p:val>
                                            <p:strVal val="#ppt_x"/>
                                          </p:val>
                                        </p:tav>
                                      </p:tavLst>
                                    </p:anim>
                                    <p:anim calcmode="lin" valueType="num">
                                      <p:cBhvr additive="base">
                                        <p:cTn id="38" dur="1500" fill="hold"/>
                                        <p:tgtEl>
                                          <p:spTgt spid="352">
                                            <p:txEl>
                                              <p:pRg st="0" end="0"/>
                                            </p:tx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353">
                                            <p:txEl>
                                              <p:pRg st="0" end="0"/>
                                            </p:txEl>
                                          </p:spTgt>
                                        </p:tgtEl>
                                        <p:attrNameLst>
                                          <p:attrName>style.visibility</p:attrName>
                                        </p:attrNameLst>
                                      </p:cBhvr>
                                      <p:to>
                                        <p:strVal val="visible"/>
                                      </p:to>
                                    </p:set>
                                    <p:anim calcmode="lin" valueType="num">
                                      <p:cBhvr additive="base">
                                        <p:cTn id="41" dur="1500" fill="hold"/>
                                        <p:tgtEl>
                                          <p:spTgt spid="353">
                                            <p:txEl>
                                              <p:pRg st="0" end="0"/>
                                            </p:txEl>
                                          </p:spTgt>
                                        </p:tgtEl>
                                        <p:attrNameLst>
                                          <p:attrName>ppt_x</p:attrName>
                                        </p:attrNameLst>
                                      </p:cBhvr>
                                      <p:tavLst>
                                        <p:tav tm="0">
                                          <p:val>
                                            <p:strVal val="0-#ppt_w/2"/>
                                          </p:val>
                                        </p:tav>
                                        <p:tav tm="100000">
                                          <p:val>
                                            <p:strVal val="#ppt_x"/>
                                          </p:val>
                                        </p:tav>
                                      </p:tavLst>
                                    </p:anim>
                                    <p:anim calcmode="lin" valueType="num">
                                      <p:cBhvr additive="base">
                                        <p:cTn id="42" dur="1500" fill="hold"/>
                                        <p:tgtEl>
                                          <p:spTgt spid="353">
                                            <p:txEl>
                                              <p:pRg st="0" end="0"/>
                                            </p:txEl>
                                          </p:spTgt>
                                        </p:tgtEl>
                                        <p:attrNameLst>
                                          <p:attrName>ppt_y</p:attrName>
                                        </p:attrNameLst>
                                      </p:cBhvr>
                                      <p:tavLst>
                                        <p:tav tm="0">
                                          <p:val>
                                            <p:strVal val="#ppt_y"/>
                                          </p:val>
                                        </p:tav>
                                        <p:tav tm="100000">
                                          <p:val>
                                            <p:strVal val="#ppt_y"/>
                                          </p:val>
                                        </p:tav>
                                      </p:tavLst>
                                    </p:anim>
                                  </p:childTnLst>
                                </p:cTn>
                              </p:par>
                            </p:childTnLst>
                          </p:cTn>
                        </p:par>
                        <p:par>
                          <p:cTn id="43" fill="hold">
                            <p:stCondLst>
                              <p:cond delay="3000"/>
                            </p:stCondLst>
                            <p:childTnLst>
                              <p:par>
                                <p:cTn id="44" presetID="2" presetClass="entr" presetSubtype="2" fill="hold" grpId="0" nodeType="afterEffect">
                                  <p:stCondLst>
                                    <p:cond delay="0"/>
                                  </p:stCondLst>
                                  <p:childTnLst>
                                    <p:set>
                                      <p:cBhvr>
                                        <p:cTn id="45" dur="1" fill="hold">
                                          <p:stCondLst>
                                            <p:cond delay="0"/>
                                          </p:stCondLst>
                                        </p:cTn>
                                        <p:tgtEl>
                                          <p:spTgt spid="354">
                                            <p:txEl>
                                              <p:pRg st="0" end="0"/>
                                            </p:txEl>
                                          </p:spTgt>
                                        </p:tgtEl>
                                        <p:attrNameLst>
                                          <p:attrName>style.visibility</p:attrName>
                                        </p:attrNameLst>
                                      </p:cBhvr>
                                      <p:to>
                                        <p:strVal val="visible"/>
                                      </p:to>
                                    </p:set>
                                    <p:anim calcmode="lin" valueType="num">
                                      <p:cBhvr additive="base">
                                        <p:cTn id="46" dur="1500" fill="hold"/>
                                        <p:tgtEl>
                                          <p:spTgt spid="354">
                                            <p:txEl>
                                              <p:pRg st="0" end="0"/>
                                            </p:txEl>
                                          </p:spTgt>
                                        </p:tgtEl>
                                        <p:attrNameLst>
                                          <p:attrName>ppt_x</p:attrName>
                                        </p:attrNameLst>
                                      </p:cBhvr>
                                      <p:tavLst>
                                        <p:tav tm="0">
                                          <p:val>
                                            <p:strVal val="1+#ppt_w/2"/>
                                          </p:val>
                                        </p:tav>
                                        <p:tav tm="100000">
                                          <p:val>
                                            <p:strVal val="#ppt_x"/>
                                          </p:val>
                                        </p:tav>
                                      </p:tavLst>
                                    </p:anim>
                                    <p:anim calcmode="lin" valueType="num">
                                      <p:cBhvr additive="base">
                                        <p:cTn id="47" dur="1500" fill="hold"/>
                                        <p:tgtEl>
                                          <p:spTgt spid="354">
                                            <p:txEl>
                                              <p:pRg st="0" end="0"/>
                                            </p:txEl>
                                          </p:spTgt>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0"/>
                                  </p:stCondLst>
                                  <p:childTnLst>
                                    <p:set>
                                      <p:cBhvr>
                                        <p:cTn id="49" dur="1" fill="hold">
                                          <p:stCondLst>
                                            <p:cond delay="0"/>
                                          </p:stCondLst>
                                        </p:cTn>
                                        <p:tgtEl>
                                          <p:spTgt spid="355">
                                            <p:txEl>
                                              <p:pRg st="0" end="0"/>
                                            </p:txEl>
                                          </p:spTgt>
                                        </p:tgtEl>
                                        <p:attrNameLst>
                                          <p:attrName>style.visibility</p:attrName>
                                        </p:attrNameLst>
                                      </p:cBhvr>
                                      <p:to>
                                        <p:strVal val="visible"/>
                                      </p:to>
                                    </p:set>
                                    <p:anim calcmode="lin" valueType="num">
                                      <p:cBhvr additive="base">
                                        <p:cTn id="50" dur="1500" fill="hold"/>
                                        <p:tgtEl>
                                          <p:spTgt spid="355">
                                            <p:txEl>
                                              <p:pRg st="0" end="0"/>
                                            </p:txEl>
                                          </p:spTgt>
                                        </p:tgtEl>
                                        <p:attrNameLst>
                                          <p:attrName>ppt_x</p:attrName>
                                        </p:attrNameLst>
                                      </p:cBhvr>
                                      <p:tavLst>
                                        <p:tav tm="0">
                                          <p:val>
                                            <p:strVal val="1+#ppt_w/2"/>
                                          </p:val>
                                        </p:tav>
                                        <p:tav tm="100000">
                                          <p:val>
                                            <p:strVal val="#ppt_x"/>
                                          </p:val>
                                        </p:tav>
                                      </p:tavLst>
                                    </p:anim>
                                    <p:anim calcmode="lin" valueType="num">
                                      <p:cBhvr additive="base">
                                        <p:cTn id="51" dur="1500" fill="hold"/>
                                        <p:tgtEl>
                                          <p:spTgt spid="355">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0"/>
                                  </p:stCondLst>
                                  <p:childTnLst>
                                    <p:set>
                                      <p:cBhvr>
                                        <p:cTn id="53" dur="1" fill="hold">
                                          <p:stCondLst>
                                            <p:cond delay="0"/>
                                          </p:stCondLst>
                                        </p:cTn>
                                        <p:tgtEl>
                                          <p:spTgt spid="356">
                                            <p:txEl>
                                              <p:pRg st="0" end="0"/>
                                            </p:txEl>
                                          </p:spTgt>
                                        </p:tgtEl>
                                        <p:attrNameLst>
                                          <p:attrName>style.visibility</p:attrName>
                                        </p:attrNameLst>
                                      </p:cBhvr>
                                      <p:to>
                                        <p:strVal val="visible"/>
                                      </p:to>
                                    </p:set>
                                    <p:anim calcmode="lin" valueType="num">
                                      <p:cBhvr additive="base">
                                        <p:cTn id="54" dur="1500" fill="hold"/>
                                        <p:tgtEl>
                                          <p:spTgt spid="356">
                                            <p:txEl>
                                              <p:pRg st="0" end="0"/>
                                            </p:txEl>
                                          </p:spTgt>
                                        </p:tgtEl>
                                        <p:attrNameLst>
                                          <p:attrName>ppt_x</p:attrName>
                                        </p:attrNameLst>
                                      </p:cBhvr>
                                      <p:tavLst>
                                        <p:tav tm="0">
                                          <p:val>
                                            <p:strVal val="1+#ppt_w/2"/>
                                          </p:val>
                                        </p:tav>
                                        <p:tav tm="100000">
                                          <p:val>
                                            <p:strVal val="#ppt_x"/>
                                          </p:val>
                                        </p:tav>
                                      </p:tavLst>
                                    </p:anim>
                                    <p:anim calcmode="lin" valueType="num">
                                      <p:cBhvr additive="base">
                                        <p:cTn id="55" dur="1500" fill="hold"/>
                                        <p:tgtEl>
                                          <p:spTgt spid="35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 grpId="0"/>
      <p:bldP spid="345" grpId="0" animBg="1"/>
      <p:bldP spid="346" grpId="0" animBg="1"/>
      <p:bldP spid="347" grpId="0" animBg="1"/>
      <p:bldP spid="348" grpId="0" animBg="1"/>
      <p:bldP spid="349" grpId="0" animBg="1"/>
      <p:bldP spid="350" grpId="0" animBg="1"/>
      <p:bldP spid="351" grpId="0" build="allAtOnce"/>
      <p:bldP spid="352" grpId="0" build="allAtOnce"/>
      <p:bldP spid="353" grpId="0" build="allAtOnce"/>
      <p:bldP spid="354" grpId="0" build="allAtOnce"/>
      <p:bldP spid="355" grpId="0" build="allAtOnce"/>
      <p:bldP spid="356"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3" name="Google Shape;363;p38"/>
          <p:cNvSpPr txBox="1">
            <a:spLocks noGrp="1"/>
          </p:cNvSpPr>
          <p:nvPr>
            <p:ph type="title"/>
          </p:nvPr>
        </p:nvSpPr>
        <p:spPr>
          <a:xfrm>
            <a:off x="713225" y="987538"/>
            <a:ext cx="4294800" cy="640080"/>
          </a:xfrm>
          <a:prstGeom prst="rect">
            <a:avLst/>
          </a:prstGeom>
        </p:spPr>
        <p:txBody>
          <a:bodyPr spcFirstLastPara="1" wrap="square" lIns="91425" tIns="91425" rIns="91425" bIns="91425" anchor="b" anchorCtr="0">
            <a:noAutofit/>
          </a:bodyPr>
          <a:lstStyle/>
          <a:p>
            <a:pPr lvl="0"/>
            <a:r>
              <a:rPr lang="en-US" dirty="0"/>
              <a:t>Project Overview</a:t>
            </a:r>
            <a:endParaRPr dirty="0"/>
          </a:p>
        </p:txBody>
      </p:sp>
      <p:sp>
        <p:nvSpPr>
          <p:cNvPr id="364" name="Google Shape;364;p38"/>
          <p:cNvSpPr txBox="1">
            <a:spLocks noGrp="1"/>
          </p:cNvSpPr>
          <p:nvPr>
            <p:ph type="subTitle" idx="3"/>
          </p:nvPr>
        </p:nvSpPr>
        <p:spPr>
          <a:xfrm>
            <a:off x="713225" y="2109675"/>
            <a:ext cx="4294800" cy="1211749"/>
          </a:xfrm>
          <a:prstGeom prst="rect">
            <a:avLst/>
          </a:prstGeom>
        </p:spPr>
        <p:txBody>
          <a:bodyPr spcFirstLastPara="1" wrap="square" lIns="91425" tIns="91425" rIns="91425" bIns="91425" anchor="t" anchorCtr="0">
            <a:noAutofit/>
          </a:bodyPr>
          <a:lstStyle/>
          <a:p>
            <a:pPr marL="0" lvl="0" indent="0">
              <a:buSzPts val="1100"/>
              <a:buNone/>
            </a:pPr>
            <a:r>
              <a:rPr lang="en-US" sz="1400" dirty="0">
                <a:solidFill>
                  <a:schemeClr val="tx1"/>
                </a:solidFill>
              </a:rPr>
              <a:t>Our project focuses on analysis of UK railway operations from January to April 2024 using Power BI. Our goal is to provide key insights to improve service performance and increase passenger satisfaction.</a:t>
            </a:r>
            <a:endParaRPr sz="1400" dirty="0"/>
          </a:p>
        </p:txBody>
      </p:sp>
      <p:pic>
        <p:nvPicPr>
          <p:cNvPr id="17" name="Picture Placeholder 16">
            <a:extLst>
              <a:ext uri="{FF2B5EF4-FFF2-40B4-BE49-F238E27FC236}">
                <a16:creationId xmlns:a16="http://schemas.microsoft.com/office/drawing/2014/main" id="{7B998C6F-F247-D532-291F-33F437F551D7}"/>
              </a:ext>
            </a:extLst>
          </p:cNvPr>
          <p:cNvPicPr>
            <a:picLocks noGrp="1" noChangeAspect="1"/>
          </p:cNvPicPr>
          <p:nvPr>
            <p:ph type="pic" idx="2"/>
          </p:nvPr>
        </p:nvPicPr>
        <p:blipFill>
          <a:blip r:embed="rId3"/>
          <a:srcRect l="200" t="-1" r="2142" b="1"/>
          <a:stretch>
            <a:fillRect/>
          </a:stretch>
        </p:blipFill>
        <p:spPr>
          <a:xfrm>
            <a:off x="5643775" y="539500"/>
            <a:ext cx="2787000" cy="4064400"/>
          </a:xfr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63"/>
                                        </p:tgtEl>
                                        <p:attrNameLst>
                                          <p:attrName>style.visibility</p:attrName>
                                        </p:attrNameLst>
                                      </p:cBhvr>
                                      <p:to>
                                        <p:strVal val="visible"/>
                                      </p:to>
                                    </p:set>
                                    <p:animEffect transition="in" filter="fade">
                                      <p:cBhvr>
                                        <p:cTn id="7" dur="1000"/>
                                        <p:tgtEl>
                                          <p:spTgt spid="363"/>
                                        </p:tgtEl>
                                      </p:cBhvr>
                                    </p:animEffect>
                                    <p:anim calcmode="lin" valueType="num">
                                      <p:cBhvr>
                                        <p:cTn id="8" dur="1000" fill="hold"/>
                                        <p:tgtEl>
                                          <p:spTgt spid="363"/>
                                        </p:tgtEl>
                                        <p:attrNameLst>
                                          <p:attrName>ppt_x</p:attrName>
                                        </p:attrNameLst>
                                      </p:cBhvr>
                                      <p:tavLst>
                                        <p:tav tm="0">
                                          <p:val>
                                            <p:strVal val="#ppt_x"/>
                                          </p:val>
                                        </p:tav>
                                        <p:tav tm="100000">
                                          <p:val>
                                            <p:strVal val="#ppt_x"/>
                                          </p:val>
                                        </p:tav>
                                      </p:tavLst>
                                    </p:anim>
                                    <p:anim calcmode="lin" valueType="num">
                                      <p:cBhvr>
                                        <p:cTn id="9" dur="1000" fill="hold"/>
                                        <p:tgtEl>
                                          <p:spTgt spid="36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364">
                                            <p:txEl>
                                              <p:pRg st="0" end="0"/>
                                            </p:txEl>
                                          </p:spTgt>
                                        </p:tgtEl>
                                        <p:attrNameLst>
                                          <p:attrName>style.visibility</p:attrName>
                                        </p:attrNameLst>
                                      </p:cBhvr>
                                      <p:to>
                                        <p:strVal val="visible"/>
                                      </p:to>
                                    </p:set>
                                    <p:animEffect transition="in" filter="wipe(up)">
                                      <p:cBhvr>
                                        <p:cTn id="14" dur="1000"/>
                                        <p:tgtEl>
                                          <p:spTgt spid="364">
                                            <p:txEl>
                                              <p:pRg st="0" end="0"/>
                                            </p:txEl>
                                          </p:spTgt>
                                        </p:tgtEl>
                                      </p:cBhvr>
                                    </p:animEffect>
                                  </p:childTnLst>
                                </p:cTn>
                              </p:par>
                              <p:par>
                                <p:cTn id="15" presetID="6" presetClass="entr" presetSubtype="32"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circle(out)">
                                      <p:cBhvr>
                                        <p:cTn id="17"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 grpId="0"/>
      <p:bldP spid="36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n-US" dirty="0"/>
              <a:t>Data Description</a:t>
            </a:r>
            <a:endParaRPr dirty="0"/>
          </a:p>
        </p:txBody>
      </p:sp>
      <p:sp>
        <p:nvSpPr>
          <p:cNvPr id="378" name="Google Shape;378;p40"/>
          <p:cNvSpPr txBox="1">
            <a:spLocks noGrp="1"/>
          </p:cNvSpPr>
          <p:nvPr>
            <p:ph type="subTitle" idx="2"/>
          </p:nvPr>
        </p:nvSpPr>
        <p:spPr>
          <a:xfrm>
            <a:off x="2145600" y="2101150"/>
            <a:ext cx="4852800" cy="1763100"/>
          </a:xfrm>
          <a:prstGeom prst="rect">
            <a:avLst/>
          </a:prstGeom>
        </p:spPr>
        <p:txBody>
          <a:bodyPr spcFirstLastPara="1" wrap="square" lIns="91425" tIns="91425" rIns="91425" bIns="91425" anchor="t" anchorCtr="0">
            <a:noAutofit/>
          </a:bodyPr>
          <a:lstStyle/>
          <a:p>
            <a:pPr marL="0" indent="0"/>
            <a:r>
              <a:rPr lang="en-US" sz="1400" dirty="0">
                <a:solidFill>
                  <a:schemeClr val="tx1"/>
                </a:solidFill>
              </a:rPr>
              <a:t>The original dataset is CSV file which consists of 18 columns. The file was imported into Power BI Desktop for analysis.</a:t>
            </a:r>
          </a:p>
          <a:p>
            <a:pPr marL="0" lvl="0" indent="0" algn="l" rtl="0">
              <a:spcBef>
                <a:spcPts val="0"/>
              </a:spcBef>
              <a:spcAft>
                <a:spcPts val="0"/>
              </a:spcAft>
              <a:buNone/>
            </a:pPr>
            <a:endParaRPr sz="1400"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77"/>
                                        </p:tgtEl>
                                        <p:attrNameLst>
                                          <p:attrName>style.visibility</p:attrName>
                                        </p:attrNameLst>
                                      </p:cBhvr>
                                      <p:to>
                                        <p:strVal val="visible"/>
                                      </p:to>
                                    </p:set>
                                    <p:animEffect transition="in" filter="fade">
                                      <p:cBhvr>
                                        <p:cTn id="7" dur="1000"/>
                                        <p:tgtEl>
                                          <p:spTgt spid="377"/>
                                        </p:tgtEl>
                                      </p:cBhvr>
                                    </p:animEffect>
                                    <p:anim calcmode="lin" valueType="num">
                                      <p:cBhvr>
                                        <p:cTn id="8" dur="1000" fill="hold"/>
                                        <p:tgtEl>
                                          <p:spTgt spid="377"/>
                                        </p:tgtEl>
                                        <p:attrNameLst>
                                          <p:attrName>ppt_x</p:attrName>
                                        </p:attrNameLst>
                                      </p:cBhvr>
                                      <p:tavLst>
                                        <p:tav tm="0">
                                          <p:val>
                                            <p:strVal val="#ppt_x"/>
                                          </p:val>
                                        </p:tav>
                                        <p:tav tm="100000">
                                          <p:val>
                                            <p:strVal val="#ppt_x"/>
                                          </p:val>
                                        </p:tav>
                                      </p:tavLst>
                                    </p:anim>
                                    <p:anim calcmode="lin" valueType="num">
                                      <p:cBhvr>
                                        <p:cTn id="9" dur="1000" fill="hold"/>
                                        <p:tgtEl>
                                          <p:spTgt spid="37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378">
                                            <p:txEl>
                                              <p:pRg st="0" end="0"/>
                                            </p:txEl>
                                          </p:spTgt>
                                        </p:tgtEl>
                                        <p:attrNameLst>
                                          <p:attrName>style.visibility</p:attrName>
                                        </p:attrNameLst>
                                      </p:cBhvr>
                                      <p:to>
                                        <p:strVal val="visible"/>
                                      </p:to>
                                    </p:set>
                                    <p:animEffect transition="in" filter="wipe(up)">
                                      <p:cBhvr>
                                        <p:cTn id="14" dur="1000"/>
                                        <p:tgtEl>
                                          <p:spTgt spid="3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 grpId="0"/>
      <p:bldP spid="37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6">
          <a:extLst>
            <a:ext uri="{FF2B5EF4-FFF2-40B4-BE49-F238E27FC236}">
              <a16:creationId xmlns:a16="http://schemas.microsoft.com/office/drawing/2014/main" id="{2B1B50A3-C09A-A9C5-155D-9B74BAE139BA}"/>
            </a:ext>
          </a:extLst>
        </p:cNvPr>
        <p:cNvGrpSpPr/>
        <p:nvPr/>
      </p:nvGrpSpPr>
      <p:grpSpPr>
        <a:xfrm>
          <a:off x="0" y="0"/>
          <a:ext cx="0" cy="0"/>
          <a:chOff x="0" y="0"/>
          <a:chExt cx="0" cy="0"/>
        </a:xfrm>
      </p:grpSpPr>
      <p:sp>
        <p:nvSpPr>
          <p:cNvPr id="377" name="Google Shape;377;p40">
            <a:extLst>
              <a:ext uri="{FF2B5EF4-FFF2-40B4-BE49-F238E27FC236}">
                <a16:creationId xmlns:a16="http://schemas.microsoft.com/office/drawing/2014/main" id="{FB272E1B-0442-56EB-6F28-6DFAB8E4B43D}"/>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n-US" dirty="0"/>
              <a:t>Steps</a:t>
            </a:r>
            <a:endParaRPr dirty="0"/>
          </a:p>
        </p:txBody>
      </p:sp>
      <p:sp>
        <p:nvSpPr>
          <p:cNvPr id="5" name="Google Shape;406;p42">
            <a:extLst>
              <a:ext uri="{FF2B5EF4-FFF2-40B4-BE49-F238E27FC236}">
                <a16:creationId xmlns:a16="http://schemas.microsoft.com/office/drawing/2014/main" id="{4B7E21E7-AAC4-49AB-8F19-83957F3BA193}"/>
              </a:ext>
            </a:extLst>
          </p:cNvPr>
          <p:cNvSpPr txBox="1">
            <a:spLocks/>
          </p:cNvSpPr>
          <p:nvPr/>
        </p:nvSpPr>
        <p:spPr>
          <a:xfrm>
            <a:off x="1417320" y="1317750"/>
            <a:ext cx="6309360" cy="27262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Poppins"/>
                <a:ea typeface="Poppins"/>
                <a:cs typeface="Poppins"/>
                <a:sym typeface="Poppins"/>
              </a:defRPr>
            </a:lvl9pPr>
          </a:lstStyle>
          <a:p>
            <a:pPr algn="just">
              <a:buFont typeface="Wingdings" pitchFamily="2" charset="2"/>
              <a:buChar char="§"/>
            </a:pPr>
            <a:r>
              <a:rPr lang="en-US" sz="1600" b="1" dirty="0"/>
              <a:t>Cleaning</a:t>
            </a:r>
          </a:p>
          <a:p>
            <a:pPr algn="just">
              <a:buFont typeface="Wingdings" pitchFamily="2" charset="2"/>
              <a:buChar char="§"/>
            </a:pPr>
            <a:r>
              <a:rPr lang="en-US" sz="1600" b="1" dirty="0">
                <a:solidFill>
                  <a:schemeClr val="tx1"/>
                </a:solidFill>
              </a:rPr>
              <a:t>Modeling</a:t>
            </a:r>
          </a:p>
          <a:p>
            <a:pPr algn="just">
              <a:buFont typeface="Wingdings" pitchFamily="2" charset="2"/>
              <a:buChar char="§"/>
            </a:pPr>
            <a:r>
              <a:rPr lang="en-US" sz="1600" b="1" dirty="0">
                <a:solidFill>
                  <a:schemeClr val="tx1"/>
                </a:solidFill>
              </a:rPr>
              <a:t>Dax</a:t>
            </a:r>
          </a:p>
          <a:p>
            <a:pPr algn="just">
              <a:buFont typeface="Wingdings" pitchFamily="2" charset="2"/>
              <a:buChar char="§"/>
            </a:pPr>
            <a:r>
              <a:rPr lang="en-US" sz="1600" b="1" dirty="0">
                <a:solidFill>
                  <a:schemeClr val="tx1"/>
                </a:solidFill>
              </a:rPr>
              <a:t>Visuals</a:t>
            </a:r>
          </a:p>
          <a:p>
            <a:pPr algn="just">
              <a:buFont typeface="Wingdings" pitchFamily="2" charset="2"/>
              <a:buChar char="§"/>
            </a:pPr>
            <a:r>
              <a:rPr lang="en-US" sz="1600" b="1" dirty="0">
                <a:solidFill>
                  <a:schemeClr val="tx1"/>
                </a:solidFill>
              </a:rPr>
              <a:t>Reports</a:t>
            </a:r>
          </a:p>
          <a:p>
            <a:pPr algn="just">
              <a:buFont typeface="Wingdings" pitchFamily="2" charset="2"/>
              <a:buChar char="§"/>
            </a:pPr>
            <a:r>
              <a:rPr lang="en-US" sz="1600" b="1" dirty="0">
                <a:solidFill>
                  <a:schemeClr val="tx1"/>
                </a:solidFill>
              </a:rPr>
              <a:t>Dashboard</a:t>
            </a:r>
          </a:p>
          <a:p>
            <a:pPr marL="0" indent="0">
              <a:buFont typeface="Nunito Light"/>
              <a:buNone/>
            </a:pPr>
            <a:endParaRPr lang="en-US" sz="1400" dirty="0"/>
          </a:p>
        </p:txBody>
      </p:sp>
    </p:spTree>
    <p:extLst>
      <p:ext uri="{BB962C8B-B14F-4D97-AF65-F5344CB8AC3E}">
        <p14:creationId xmlns:p14="http://schemas.microsoft.com/office/powerpoint/2010/main" val="205958370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77"/>
                                        </p:tgtEl>
                                        <p:attrNameLst>
                                          <p:attrName>style.visibility</p:attrName>
                                        </p:attrNameLst>
                                      </p:cBhvr>
                                      <p:to>
                                        <p:strVal val="visible"/>
                                      </p:to>
                                    </p:set>
                                    <p:animEffect transition="in" filter="fade">
                                      <p:cBhvr>
                                        <p:cTn id="7" dur="1000"/>
                                        <p:tgtEl>
                                          <p:spTgt spid="377"/>
                                        </p:tgtEl>
                                      </p:cBhvr>
                                    </p:animEffect>
                                    <p:anim calcmode="lin" valueType="num">
                                      <p:cBhvr>
                                        <p:cTn id="8" dur="1000" fill="hold"/>
                                        <p:tgtEl>
                                          <p:spTgt spid="377"/>
                                        </p:tgtEl>
                                        <p:attrNameLst>
                                          <p:attrName>ppt_x</p:attrName>
                                        </p:attrNameLst>
                                      </p:cBhvr>
                                      <p:tavLst>
                                        <p:tav tm="0">
                                          <p:val>
                                            <p:strVal val="#ppt_x"/>
                                          </p:val>
                                        </p:tav>
                                        <p:tav tm="100000">
                                          <p:val>
                                            <p:strVal val="#ppt_x"/>
                                          </p:val>
                                        </p:tav>
                                      </p:tavLst>
                                    </p:anim>
                                    <p:anim calcmode="lin" valueType="num">
                                      <p:cBhvr>
                                        <p:cTn id="9" dur="1000" fill="hold"/>
                                        <p:tgtEl>
                                          <p:spTgt spid="37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up)">
                                      <p:cBhvr>
                                        <p:cTn id="14" dur="10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wipe(up)">
                                      <p:cBhvr>
                                        <p:cTn id="19" dur="1000"/>
                                        <p:tgtEl>
                                          <p:spTgt spid="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up)">
                                      <p:cBhvr>
                                        <p:cTn id="24" dur="1000"/>
                                        <p:tgtEl>
                                          <p:spTgt spid="5">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Effect transition="in" filter="wipe(up)">
                                      <p:cBhvr>
                                        <p:cTn id="29" dur="1000"/>
                                        <p:tgtEl>
                                          <p:spTgt spid="5">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5">
                                            <p:txEl>
                                              <p:pRg st="4" end="4"/>
                                            </p:txEl>
                                          </p:spTgt>
                                        </p:tgtEl>
                                        <p:attrNameLst>
                                          <p:attrName>style.visibility</p:attrName>
                                        </p:attrNameLst>
                                      </p:cBhvr>
                                      <p:to>
                                        <p:strVal val="visible"/>
                                      </p:to>
                                    </p:set>
                                    <p:animEffect transition="in" filter="wipe(up)">
                                      <p:cBhvr>
                                        <p:cTn id="34" dur="1000"/>
                                        <p:tgtEl>
                                          <p:spTgt spid="5">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animEffect transition="in" filter="wipe(up)">
                                      <p:cBhvr>
                                        <p:cTn id="39" dur="1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 grpId="0"/>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6" name="Google Shape;386;p41"/>
          <p:cNvSpPr txBox="1">
            <a:spLocks noGrp="1"/>
          </p:cNvSpPr>
          <p:nvPr>
            <p:ph type="title"/>
          </p:nvPr>
        </p:nvSpPr>
        <p:spPr>
          <a:xfrm>
            <a:off x="720000" y="2560"/>
            <a:ext cx="7704000" cy="572700"/>
          </a:xfrm>
          <a:prstGeom prst="rect">
            <a:avLst/>
          </a:prstGeom>
        </p:spPr>
        <p:txBody>
          <a:bodyPr spcFirstLastPara="1" wrap="square" lIns="91425" tIns="91425" rIns="91425" bIns="91425" anchor="t" anchorCtr="0">
            <a:noAutofit/>
          </a:bodyPr>
          <a:lstStyle/>
          <a:p>
            <a:pPr lvl="0"/>
            <a:r>
              <a:rPr lang="en-US" dirty="0"/>
              <a:t>Data Cleaning</a:t>
            </a:r>
            <a:endParaRPr dirty="0"/>
          </a:p>
        </p:txBody>
      </p:sp>
      <p:sp>
        <p:nvSpPr>
          <p:cNvPr id="389" name="Google Shape;389;p41"/>
          <p:cNvSpPr txBox="1">
            <a:spLocks noGrp="1"/>
          </p:cNvSpPr>
          <p:nvPr>
            <p:ph type="subTitle" idx="3"/>
          </p:nvPr>
        </p:nvSpPr>
        <p:spPr>
          <a:xfrm>
            <a:off x="2286000" y="501048"/>
            <a:ext cx="4572000" cy="548640"/>
          </a:xfrm>
          <a:prstGeom prst="rect">
            <a:avLst/>
          </a:prstGeom>
        </p:spPr>
        <p:txBody>
          <a:bodyPr spcFirstLastPara="1" wrap="square" lIns="91425" tIns="91425" rIns="91425" bIns="91425" anchor="ctr" anchorCtr="0">
            <a:noAutofit/>
          </a:bodyPr>
          <a:lstStyle/>
          <a:p>
            <a:pPr marL="0" indent="0"/>
            <a:r>
              <a:rPr lang="en-US" dirty="0">
                <a:solidFill>
                  <a:schemeClr val="tx1"/>
                </a:solidFill>
              </a:rPr>
              <a:t>Power Query Editor (Before Cleaning)</a:t>
            </a:r>
          </a:p>
        </p:txBody>
      </p:sp>
      <p:pic>
        <p:nvPicPr>
          <p:cNvPr id="8" name="Picture 7" descr="2025-10-01.png">
            <a:extLst>
              <a:ext uri="{FF2B5EF4-FFF2-40B4-BE49-F238E27FC236}">
                <a16:creationId xmlns:a16="http://schemas.microsoft.com/office/drawing/2014/main" id="{52AA959C-B0DB-147E-5A5B-699FE791E238}"/>
              </a:ext>
            </a:extLst>
          </p:cNvPr>
          <p:cNvPicPr>
            <a:picLocks noChangeAspect="1"/>
          </p:cNvPicPr>
          <p:nvPr/>
        </p:nvPicPr>
        <p:blipFill>
          <a:blip r:embed="rId3"/>
          <a:srcRect b="5245"/>
          <a:stretch>
            <a:fillRect/>
          </a:stretch>
        </p:blipFill>
        <p:spPr>
          <a:xfrm>
            <a:off x="1172049" y="1049034"/>
            <a:ext cx="6799901" cy="36225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86"/>
                                        </p:tgtEl>
                                        <p:attrNameLst>
                                          <p:attrName>style.visibility</p:attrName>
                                        </p:attrNameLst>
                                      </p:cBhvr>
                                      <p:to>
                                        <p:strVal val="visible"/>
                                      </p:to>
                                    </p:set>
                                    <p:animEffect transition="in" filter="fade">
                                      <p:cBhvr>
                                        <p:cTn id="7" dur="1000"/>
                                        <p:tgtEl>
                                          <p:spTgt spid="386"/>
                                        </p:tgtEl>
                                      </p:cBhvr>
                                    </p:animEffect>
                                    <p:anim calcmode="lin" valueType="num">
                                      <p:cBhvr>
                                        <p:cTn id="8" dur="1000" fill="hold"/>
                                        <p:tgtEl>
                                          <p:spTgt spid="386"/>
                                        </p:tgtEl>
                                        <p:attrNameLst>
                                          <p:attrName>ppt_x</p:attrName>
                                        </p:attrNameLst>
                                      </p:cBhvr>
                                      <p:tavLst>
                                        <p:tav tm="0">
                                          <p:val>
                                            <p:strVal val="#ppt_x"/>
                                          </p:val>
                                        </p:tav>
                                        <p:tav tm="100000">
                                          <p:val>
                                            <p:strVal val="#ppt_x"/>
                                          </p:val>
                                        </p:tav>
                                      </p:tavLst>
                                    </p:anim>
                                    <p:anim calcmode="lin" valueType="num">
                                      <p:cBhvr>
                                        <p:cTn id="9" dur="1000" fill="hold"/>
                                        <p:tgtEl>
                                          <p:spTgt spid="38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389"/>
                                        </p:tgtEl>
                                        <p:attrNameLst>
                                          <p:attrName>style.visibility</p:attrName>
                                        </p:attrNameLst>
                                      </p:cBhvr>
                                      <p:to>
                                        <p:strVal val="visible"/>
                                      </p:to>
                                    </p:set>
                                    <p:animEffect transition="in" filter="fade">
                                      <p:cBhvr>
                                        <p:cTn id="14" dur="1000"/>
                                        <p:tgtEl>
                                          <p:spTgt spid="389"/>
                                        </p:tgtEl>
                                      </p:cBhvr>
                                    </p:animEffect>
                                    <p:anim calcmode="lin" valueType="num">
                                      <p:cBhvr>
                                        <p:cTn id="15" dur="1000" fill="hold"/>
                                        <p:tgtEl>
                                          <p:spTgt spid="389"/>
                                        </p:tgtEl>
                                        <p:attrNameLst>
                                          <p:attrName>ppt_x</p:attrName>
                                        </p:attrNameLst>
                                      </p:cBhvr>
                                      <p:tavLst>
                                        <p:tav tm="0">
                                          <p:val>
                                            <p:strVal val="#ppt_x"/>
                                          </p:val>
                                        </p:tav>
                                        <p:tav tm="100000">
                                          <p:val>
                                            <p:strVal val="#ppt_x"/>
                                          </p:val>
                                        </p:tav>
                                      </p:tavLst>
                                    </p:anim>
                                    <p:anim calcmode="lin" valueType="num">
                                      <p:cBhvr>
                                        <p:cTn id="16" dur="1000" fill="hold"/>
                                        <p:tgtEl>
                                          <p:spTgt spid="389"/>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14" presetClass="entr" presetSubtype="1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randombar(horizontal)">
                                      <p:cBhvr>
                                        <p:cTn id="2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 grpId="0"/>
      <p:bldP spid="38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2"/>
          <p:cNvSpPr txBox="1">
            <a:spLocks noGrp="1"/>
          </p:cNvSpPr>
          <p:nvPr>
            <p:ph type="title"/>
          </p:nvPr>
        </p:nvSpPr>
        <p:spPr>
          <a:xfrm>
            <a:off x="720000" y="538492"/>
            <a:ext cx="7704000" cy="572700"/>
          </a:xfrm>
          <a:prstGeom prst="rect">
            <a:avLst/>
          </a:prstGeom>
        </p:spPr>
        <p:txBody>
          <a:bodyPr spcFirstLastPara="1" wrap="square" lIns="91425" tIns="91425" rIns="91425" bIns="91425" anchor="t" anchorCtr="0">
            <a:noAutofit/>
          </a:bodyPr>
          <a:lstStyle/>
          <a:p>
            <a:pPr lvl="0"/>
            <a:r>
              <a:rPr lang="en-US" dirty="0"/>
              <a:t>Data Cleaning</a:t>
            </a:r>
            <a:endParaRPr dirty="0"/>
          </a:p>
        </p:txBody>
      </p:sp>
      <p:sp>
        <p:nvSpPr>
          <p:cNvPr id="404" name="Google Shape;404;p42"/>
          <p:cNvSpPr txBox="1">
            <a:spLocks noGrp="1"/>
          </p:cNvSpPr>
          <p:nvPr>
            <p:ph type="subTitle" idx="4"/>
          </p:nvPr>
        </p:nvSpPr>
        <p:spPr>
          <a:xfrm>
            <a:off x="709758" y="1117699"/>
            <a:ext cx="3931920" cy="457200"/>
          </a:xfrm>
          <a:prstGeom prst="rect">
            <a:avLst/>
          </a:prstGeom>
        </p:spPr>
        <p:txBody>
          <a:bodyPr spcFirstLastPara="1" wrap="square" lIns="91425" tIns="91425" rIns="91425" bIns="91425" anchor="b" anchorCtr="0">
            <a:noAutofit/>
          </a:bodyPr>
          <a:lstStyle/>
          <a:p>
            <a:pPr marL="0" lvl="0" indent="0"/>
            <a:r>
              <a:rPr lang="en-US" dirty="0">
                <a:solidFill>
                  <a:schemeClr val="tx1"/>
                </a:solidFill>
              </a:rPr>
              <a:t>The following steps were taken:</a:t>
            </a:r>
            <a:endParaRPr dirty="0">
              <a:latin typeface="Poppins"/>
              <a:ea typeface="Poppins"/>
              <a:cs typeface="Poppins"/>
              <a:sym typeface="Poppins"/>
            </a:endParaRPr>
          </a:p>
        </p:txBody>
      </p:sp>
      <p:sp>
        <p:nvSpPr>
          <p:cNvPr id="406" name="Google Shape;406;p42"/>
          <p:cNvSpPr txBox="1">
            <a:spLocks noGrp="1"/>
          </p:cNvSpPr>
          <p:nvPr>
            <p:ph type="subTitle" idx="1"/>
          </p:nvPr>
        </p:nvSpPr>
        <p:spPr>
          <a:xfrm>
            <a:off x="709750" y="1582155"/>
            <a:ext cx="6309360" cy="2726233"/>
          </a:xfrm>
          <a:prstGeom prst="rect">
            <a:avLst/>
          </a:prstGeom>
        </p:spPr>
        <p:txBody>
          <a:bodyPr spcFirstLastPara="1" wrap="square" lIns="91425" tIns="91425" rIns="91425" bIns="91425" anchor="t" anchorCtr="0">
            <a:noAutofit/>
          </a:bodyPr>
          <a:lstStyle/>
          <a:p>
            <a:pPr lvl="0" algn="just">
              <a:buFont typeface="Wingdings" pitchFamily="2" charset="2"/>
              <a:buChar char="§"/>
            </a:pPr>
            <a:r>
              <a:rPr lang="en" sz="1400" dirty="0"/>
              <a:t>within budget</a:t>
            </a:r>
            <a:r>
              <a:rPr lang="en-US" sz="1400" dirty="0">
                <a:solidFill>
                  <a:schemeClr val="tx1"/>
                </a:solidFill>
              </a:rPr>
              <a:t>No duplicated records were found.</a:t>
            </a:r>
          </a:p>
          <a:p>
            <a:pPr lvl="0" algn="just">
              <a:buFont typeface="Wingdings" pitchFamily="2" charset="2"/>
              <a:buChar char="§"/>
            </a:pPr>
            <a:r>
              <a:rPr lang="en-US" sz="1400" dirty="0">
                <a:solidFill>
                  <a:schemeClr val="tx1"/>
                </a:solidFill>
              </a:rPr>
              <a:t>Replace “</a:t>
            </a:r>
            <a:r>
              <a:rPr lang="en-US" sz="1400" b="1" dirty="0">
                <a:solidFill>
                  <a:schemeClr val="tx1"/>
                </a:solidFill>
              </a:rPr>
              <a:t>None</a:t>
            </a:r>
            <a:r>
              <a:rPr lang="en-US" sz="1400" dirty="0">
                <a:solidFill>
                  <a:schemeClr val="tx1"/>
                </a:solidFill>
              </a:rPr>
              <a:t>” in </a:t>
            </a:r>
            <a:r>
              <a:rPr lang="en-US" sz="1400" dirty="0" err="1">
                <a:solidFill>
                  <a:schemeClr val="tx1"/>
                </a:solidFill>
              </a:rPr>
              <a:t>Railcard</a:t>
            </a:r>
            <a:r>
              <a:rPr lang="en-US" sz="1400" dirty="0">
                <a:solidFill>
                  <a:schemeClr val="tx1"/>
                </a:solidFill>
              </a:rPr>
              <a:t> column with “</a:t>
            </a:r>
            <a:r>
              <a:rPr lang="en-US" sz="1400" b="1" dirty="0">
                <a:solidFill>
                  <a:schemeClr val="tx1"/>
                </a:solidFill>
              </a:rPr>
              <a:t>No Card</a:t>
            </a:r>
            <a:r>
              <a:rPr lang="en-US" sz="1400" dirty="0">
                <a:solidFill>
                  <a:schemeClr val="tx1"/>
                </a:solidFill>
              </a:rPr>
              <a:t>”.</a:t>
            </a:r>
          </a:p>
          <a:p>
            <a:pPr lvl="0" algn="just">
              <a:buFont typeface="Wingdings" pitchFamily="2" charset="2"/>
              <a:buChar char="§"/>
            </a:pPr>
            <a:r>
              <a:rPr lang="en-US" sz="1400" dirty="0">
                <a:solidFill>
                  <a:schemeClr val="tx1"/>
                </a:solidFill>
              </a:rPr>
              <a:t>Replace </a:t>
            </a:r>
            <a:r>
              <a:rPr lang="en-US" sz="1400" b="1" dirty="0">
                <a:solidFill>
                  <a:schemeClr val="tx1"/>
                </a:solidFill>
              </a:rPr>
              <a:t>blank</a:t>
            </a:r>
            <a:r>
              <a:rPr lang="en-US" sz="1400" dirty="0">
                <a:solidFill>
                  <a:schemeClr val="tx1"/>
                </a:solidFill>
              </a:rPr>
              <a:t> in Reason for Delay column with </a:t>
            </a:r>
            <a:r>
              <a:rPr lang="en-US" sz="1400" b="1" dirty="0">
                <a:solidFill>
                  <a:schemeClr val="tx1"/>
                </a:solidFill>
              </a:rPr>
              <a:t>“No Delay”.</a:t>
            </a:r>
            <a:endParaRPr lang="en-US" sz="1400" dirty="0">
              <a:solidFill>
                <a:schemeClr val="tx1"/>
              </a:solidFill>
            </a:endParaRPr>
          </a:p>
          <a:p>
            <a:pPr lvl="0" algn="just">
              <a:buFont typeface="Wingdings" pitchFamily="2" charset="2"/>
              <a:buChar char="§"/>
            </a:pPr>
            <a:r>
              <a:rPr lang="en-US" sz="1400" dirty="0">
                <a:solidFill>
                  <a:schemeClr val="tx1"/>
                </a:solidFill>
              </a:rPr>
              <a:t>Replace </a:t>
            </a:r>
            <a:r>
              <a:rPr lang="en-US" sz="1400" b="1" dirty="0">
                <a:solidFill>
                  <a:schemeClr val="tx1"/>
                </a:solidFill>
              </a:rPr>
              <a:t>“Weather”</a:t>
            </a:r>
            <a:r>
              <a:rPr lang="en-US" sz="1400" dirty="0">
                <a:solidFill>
                  <a:schemeClr val="tx1"/>
                </a:solidFill>
              </a:rPr>
              <a:t> in Reason for Delay column with </a:t>
            </a:r>
            <a:r>
              <a:rPr lang="en-US" sz="1400" b="1" dirty="0">
                <a:solidFill>
                  <a:schemeClr val="tx1"/>
                </a:solidFill>
              </a:rPr>
              <a:t>“Weather Conditions”</a:t>
            </a:r>
            <a:r>
              <a:rPr lang="en-US" sz="1400" dirty="0">
                <a:solidFill>
                  <a:schemeClr val="tx1"/>
                </a:solidFill>
              </a:rPr>
              <a:t>.</a:t>
            </a:r>
          </a:p>
          <a:p>
            <a:pPr lvl="0" algn="just">
              <a:buFont typeface="Wingdings" pitchFamily="2" charset="2"/>
              <a:buChar char="§"/>
            </a:pPr>
            <a:r>
              <a:rPr lang="en-US" sz="1400" dirty="0">
                <a:solidFill>
                  <a:schemeClr val="tx1"/>
                </a:solidFill>
              </a:rPr>
              <a:t>Replace </a:t>
            </a:r>
            <a:r>
              <a:rPr lang="en-US" sz="1400" b="1" dirty="0">
                <a:solidFill>
                  <a:schemeClr val="tx1"/>
                </a:solidFill>
              </a:rPr>
              <a:t>“Staffing” </a:t>
            </a:r>
            <a:r>
              <a:rPr lang="en-US" sz="1400" dirty="0">
                <a:solidFill>
                  <a:schemeClr val="tx1"/>
                </a:solidFill>
              </a:rPr>
              <a:t>in Reason for Delay column with </a:t>
            </a:r>
            <a:r>
              <a:rPr lang="en-US" sz="1400" b="1" dirty="0">
                <a:solidFill>
                  <a:schemeClr val="tx1"/>
                </a:solidFill>
              </a:rPr>
              <a:t>“Staffing shortage”</a:t>
            </a:r>
            <a:r>
              <a:rPr lang="en-US" sz="1400" dirty="0">
                <a:solidFill>
                  <a:schemeClr val="tx1"/>
                </a:solidFill>
              </a:rPr>
              <a:t>.</a:t>
            </a:r>
          </a:p>
          <a:p>
            <a:pPr lvl="0" algn="just">
              <a:buFont typeface="Wingdings" pitchFamily="2" charset="2"/>
              <a:buChar char="§"/>
            </a:pPr>
            <a:r>
              <a:rPr lang="en-US" sz="1400" dirty="0">
                <a:solidFill>
                  <a:schemeClr val="tx1"/>
                </a:solidFill>
              </a:rPr>
              <a:t>Replace </a:t>
            </a:r>
            <a:r>
              <a:rPr lang="en-US" sz="1400" b="1" dirty="0">
                <a:solidFill>
                  <a:schemeClr val="tx1"/>
                </a:solidFill>
              </a:rPr>
              <a:t>“Signal failure” </a:t>
            </a:r>
            <a:r>
              <a:rPr lang="en-US" sz="1400" dirty="0">
                <a:solidFill>
                  <a:schemeClr val="tx1"/>
                </a:solidFill>
              </a:rPr>
              <a:t>in Reason for Delay column with </a:t>
            </a:r>
            <a:r>
              <a:rPr lang="en-US" sz="1400" b="1" dirty="0">
                <a:solidFill>
                  <a:schemeClr val="tx1"/>
                </a:solidFill>
              </a:rPr>
              <a:t>“Signal Failure”</a:t>
            </a:r>
            <a:r>
              <a:rPr lang="en-US" sz="1400" dirty="0">
                <a:solidFill>
                  <a:schemeClr val="tx1"/>
                </a:solidFill>
              </a:rPr>
              <a:t>.</a:t>
            </a:r>
          </a:p>
          <a:p>
            <a:pPr lvl="0" algn="just">
              <a:buFont typeface="Wingdings" pitchFamily="2" charset="2"/>
              <a:buChar char="§"/>
            </a:pPr>
            <a:r>
              <a:rPr lang="en-US" sz="1400" dirty="0">
                <a:solidFill>
                  <a:schemeClr val="tx1"/>
                </a:solidFill>
              </a:rPr>
              <a:t>Add new column called </a:t>
            </a:r>
            <a:r>
              <a:rPr lang="en-US" sz="1400" b="1" dirty="0">
                <a:solidFill>
                  <a:schemeClr val="tx1"/>
                </a:solidFill>
              </a:rPr>
              <a:t>“Reservation Period In Days”</a:t>
            </a:r>
            <a:r>
              <a:rPr lang="en-US" sz="1400" dirty="0">
                <a:solidFill>
                  <a:schemeClr val="tx1"/>
                </a:solidFill>
              </a:rPr>
              <a:t>.</a:t>
            </a:r>
          </a:p>
          <a:p>
            <a:pPr lvl="0" algn="just">
              <a:buFont typeface="Wingdings" pitchFamily="2" charset="2"/>
              <a:buChar char="§"/>
            </a:pPr>
            <a:r>
              <a:rPr lang="en-US" sz="1400" dirty="0">
                <a:solidFill>
                  <a:schemeClr val="tx1"/>
                </a:solidFill>
              </a:rPr>
              <a:t>Add new column called </a:t>
            </a:r>
            <a:r>
              <a:rPr lang="en-US" sz="1400" b="1" dirty="0">
                <a:solidFill>
                  <a:schemeClr val="tx1"/>
                </a:solidFill>
              </a:rPr>
              <a:t>“Delayed In Minutes”</a:t>
            </a:r>
            <a:r>
              <a:rPr lang="en-US" sz="1400" dirty="0">
                <a:solidFill>
                  <a:schemeClr val="tx1"/>
                </a:solidFill>
              </a:rPr>
              <a:t>.</a:t>
            </a:r>
          </a:p>
          <a:p>
            <a:pPr lvl="0" algn="just">
              <a:buFont typeface="Wingdings" pitchFamily="2" charset="2"/>
              <a:buChar char="§"/>
            </a:pPr>
            <a:r>
              <a:rPr lang="en-US" sz="1400" dirty="0">
                <a:solidFill>
                  <a:schemeClr val="tx1"/>
                </a:solidFill>
              </a:rPr>
              <a:t>Add new column called </a:t>
            </a:r>
            <a:r>
              <a:rPr lang="en-US" sz="1400" b="1" dirty="0">
                <a:solidFill>
                  <a:schemeClr val="tx1"/>
                </a:solidFill>
              </a:rPr>
              <a:t>“Day of Journey”</a:t>
            </a:r>
            <a:r>
              <a:rPr lang="en-US" sz="1400" dirty="0">
                <a:solidFill>
                  <a:schemeClr val="tx1"/>
                </a:solidFill>
              </a:rPr>
              <a:t>.</a:t>
            </a:r>
          </a:p>
          <a:p>
            <a:pPr marL="0" lvl="0" indent="0" algn="l" rtl="0">
              <a:spcBef>
                <a:spcPts val="0"/>
              </a:spcBef>
              <a:spcAft>
                <a:spcPts val="0"/>
              </a:spcAft>
              <a:buNone/>
            </a:pPr>
            <a:endParaRPr sz="14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03"/>
                                        </p:tgtEl>
                                        <p:attrNameLst>
                                          <p:attrName>style.visibility</p:attrName>
                                        </p:attrNameLst>
                                      </p:cBhvr>
                                      <p:to>
                                        <p:strVal val="visible"/>
                                      </p:to>
                                    </p:set>
                                    <p:animEffect transition="in" filter="fade">
                                      <p:cBhvr>
                                        <p:cTn id="7" dur="1000"/>
                                        <p:tgtEl>
                                          <p:spTgt spid="403"/>
                                        </p:tgtEl>
                                      </p:cBhvr>
                                    </p:animEffect>
                                    <p:anim calcmode="lin" valueType="num">
                                      <p:cBhvr>
                                        <p:cTn id="8" dur="1000" fill="hold"/>
                                        <p:tgtEl>
                                          <p:spTgt spid="403"/>
                                        </p:tgtEl>
                                        <p:attrNameLst>
                                          <p:attrName>ppt_x</p:attrName>
                                        </p:attrNameLst>
                                      </p:cBhvr>
                                      <p:tavLst>
                                        <p:tav tm="0">
                                          <p:val>
                                            <p:strVal val="#ppt_x"/>
                                          </p:val>
                                        </p:tav>
                                        <p:tav tm="100000">
                                          <p:val>
                                            <p:strVal val="#ppt_x"/>
                                          </p:val>
                                        </p:tav>
                                      </p:tavLst>
                                    </p:anim>
                                    <p:anim calcmode="lin" valueType="num">
                                      <p:cBhvr>
                                        <p:cTn id="9" dur="1000" fill="hold"/>
                                        <p:tgtEl>
                                          <p:spTgt spid="40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404"/>
                                        </p:tgtEl>
                                        <p:attrNameLst>
                                          <p:attrName>style.visibility</p:attrName>
                                        </p:attrNameLst>
                                      </p:cBhvr>
                                      <p:to>
                                        <p:strVal val="visible"/>
                                      </p:to>
                                    </p:set>
                                    <p:animEffect transition="in" filter="fade">
                                      <p:cBhvr>
                                        <p:cTn id="14" dur="1000"/>
                                        <p:tgtEl>
                                          <p:spTgt spid="404"/>
                                        </p:tgtEl>
                                      </p:cBhvr>
                                    </p:animEffect>
                                    <p:anim calcmode="lin" valueType="num">
                                      <p:cBhvr>
                                        <p:cTn id="15" dur="1000" fill="hold"/>
                                        <p:tgtEl>
                                          <p:spTgt spid="404"/>
                                        </p:tgtEl>
                                        <p:attrNameLst>
                                          <p:attrName>ppt_x</p:attrName>
                                        </p:attrNameLst>
                                      </p:cBhvr>
                                      <p:tavLst>
                                        <p:tav tm="0">
                                          <p:val>
                                            <p:strVal val="#ppt_x"/>
                                          </p:val>
                                        </p:tav>
                                        <p:tav tm="100000">
                                          <p:val>
                                            <p:strVal val="#ppt_x"/>
                                          </p:val>
                                        </p:tav>
                                      </p:tavLst>
                                    </p:anim>
                                    <p:anim calcmode="lin" valueType="num">
                                      <p:cBhvr>
                                        <p:cTn id="16" dur="1000" fill="hold"/>
                                        <p:tgtEl>
                                          <p:spTgt spid="40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06">
                                            <p:txEl>
                                              <p:pRg st="0" end="0"/>
                                            </p:txEl>
                                          </p:spTgt>
                                        </p:tgtEl>
                                        <p:attrNameLst>
                                          <p:attrName>style.visibility</p:attrName>
                                        </p:attrNameLst>
                                      </p:cBhvr>
                                      <p:to>
                                        <p:strVal val="visible"/>
                                      </p:to>
                                    </p:set>
                                    <p:animEffect transition="in" filter="wipe(up)">
                                      <p:cBhvr>
                                        <p:cTn id="21" dur="1000"/>
                                        <p:tgtEl>
                                          <p:spTgt spid="406">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406">
                                            <p:txEl>
                                              <p:pRg st="1" end="1"/>
                                            </p:txEl>
                                          </p:spTgt>
                                        </p:tgtEl>
                                        <p:attrNameLst>
                                          <p:attrName>style.visibility</p:attrName>
                                        </p:attrNameLst>
                                      </p:cBhvr>
                                      <p:to>
                                        <p:strVal val="visible"/>
                                      </p:to>
                                    </p:set>
                                    <p:animEffect transition="in" filter="wipe(up)">
                                      <p:cBhvr>
                                        <p:cTn id="26" dur="1000"/>
                                        <p:tgtEl>
                                          <p:spTgt spid="406">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406">
                                            <p:txEl>
                                              <p:pRg st="2" end="2"/>
                                            </p:txEl>
                                          </p:spTgt>
                                        </p:tgtEl>
                                        <p:attrNameLst>
                                          <p:attrName>style.visibility</p:attrName>
                                        </p:attrNameLst>
                                      </p:cBhvr>
                                      <p:to>
                                        <p:strVal val="visible"/>
                                      </p:to>
                                    </p:set>
                                    <p:animEffect transition="in" filter="wipe(up)">
                                      <p:cBhvr>
                                        <p:cTn id="31" dur="1000"/>
                                        <p:tgtEl>
                                          <p:spTgt spid="406">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06">
                                            <p:txEl>
                                              <p:pRg st="3" end="3"/>
                                            </p:txEl>
                                          </p:spTgt>
                                        </p:tgtEl>
                                        <p:attrNameLst>
                                          <p:attrName>style.visibility</p:attrName>
                                        </p:attrNameLst>
                                      </p:cBhvr>
                                      <p:to>
                                        <p:strVal val="visible"/>
                                      </p:to>
                                    </p:set>
                                    <p:animEffect transition="in" filter="wipe(up)">
                                      <p:cBhvr>
                                        <p:cTn id="36" dur="1000"/>
                                        <p:tgtEl>
                                          <p:spTgt spid="406">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406">
                                            <p:txEl>
                                              <p:pRg st="4" end="4"/>
                                            </p:txEl>
                                          </p:spTgt>
                                        </p:tgtEl>
                                        <p:attrNameLst>
                                          <p:attrName>style.visibility</p:attrName>
                                        </p:attrNameLst>
                                      </p:cBhvr>
                                      <p:to>
                                        <p:strVal val="visible"/>
                                      </p:to>
                                    </p:set>
                                    <p:animEffect transition="in" filter="wipe(up)">
                                      <p:cBhvr>
                                        <p:cTn id="41" dur="1000"/>
                                        <p:tgtEl>
                                          <p:spTgt spid="406">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406">
                                            <p:txEl>
                                              <p:pRg st="5" end="5"/>
                                            </p:txEl>
                                          </p:spTgt>
                                        </p:tgtEl>
                                        <p:attrNameLst>
                                          <p:attrName>style.visibility</p:attrName>
                                        </p:attrNameLst>
                                      </p:cBhvr>
                                      <p:to>
                                        <p:strVal val="visible"/>
                                      </p:to>
                                    </p:set>
                                    <p:animEffect transition="in" filter="wipe(up)">
                                      <p:cBhvr>
                                        <p:cTn id="46" dur="1000"/>
                                        <p:tgtEl>
                                          <p:spTgt spid="406">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406">
                                            <p:txEl>
                                              <p:pRg st="6" end="6"/>
                                            </p:txEl>
                                          </p:spTgt>
                                        </p:tgtEl>
                                        <p:attrNameLst>
                                          <p:attrName>style.visibility</p:attrName>
                                        </p:attrNameLst>
                                      </p:cBhvr>
                                      <p:to>
                                        <p:strVal val="visible"/>
                                      </p:to>
                                    </p:set>
                                    <p:animEffect transition="in" filter="wipe(up)">
                                      <p:cBhvr>
                                        <p:cTn id="51" dur="1000"/>
                                        <p:tgtEl>
                                          <p:spTgt spid="406">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406">
                                            <p:txEl>
                                              <p:pRg st="7" end="7"/>
                                            </p:txEl>
                                          </p:spTgt>
                                        </p:tgtEl>
                                        <p:attrNameLst>
                                          <p:attrName>style.visibility</p:attrName>
                                        </p:attrNameLst>
                                      </p:cBhvr>
                                      <p:to>
                                        <p:strVal val="visible"/>
                                      </p:to>
                                    </p:set>
                                    <p:animEffect transition="in" filter="wipe(up)">
                                      <p:cBhvr>
                                        <p:cTn id="56" dur="1000"/>
                                        <p:tgtEl>
                                          <p:spTgt spid="406">
                                            <p:txEl>
                                              <p:pRg st="7" end="7"/>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406">
                                            <p:txEl>
                                              <p:pRg st="8" end="8"/>
                                            </p:txEl>
                                          </p:spTgt>
                                        </p:tgtEl>
                                        <p:attrNameLst>
                                          <p:attrName>style.visibility</p:attrName>
                                        </p:attrNameLst>
                                      </p:cBhvr>
                                      <p:to>
                                        <p:strVal val="visible"/>
                                      </p:to>
                                    </p:set>
                                    <p:animEffect transition="in" filter="wipe(up)">
                                      <p:cBhvr>
                                        <p:cTn id="61" dur="1000"/>
                                        <p:tgtEl>
                                          <p:spTgt spid="40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 grpId="0"/>
      <p:bldP spid="404" grpId="0"/>
      <p:bldP spid="40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2">
          <a:extLst>
            <a:ext uri="{FF2B5EF4-FFF2-40B4-BE49-F238E27FC236}">
              <a16:creationId xmlns:a16="http://schemas.microsoft.com/office/drawing/2014/main" id="{8A06F35B-3F0F-6F3D-36B2-00D023A985F1}"/>
            </a:ext>
          </a:extLst>
        </p:cNvPr>
        <p:cNvGrpSpPr/>
        <p:nvPr/>
      </p:nvGrpSpPr>
      <p:grpSpPr>
        <a:xfrm>
          <a:off x="0" y="0"/>
          <a:ext cx="0" cy="0"/>
          <a:chOff x="0" y="0"/>
          <a:chExt cx="0" cy="0"/>
        </a:xfrm>
      </p:grpSpPr>
      <p:sp>
        <p:nvSpPr>
          <p:cNvPr id="386" name="Google Shape;386;p41">
            <a:extLst>
              <a:ext uri="{FF2B5EF4-FFF2-40B4-BE49-F238E27FC236}">
                <a16:creationId xmlns:a16="http://schemas.microsoft.com/office/drawing/2014/main" id="{9C4FFA78-15B0-751E-5E91-B79DB9AC7158}"/>
              </a:ext>
            </a:extLst>
          </p:cNvPr>
          <p:cNvSpPr txBox="1">
            <a:spLocks noGrp="1"/>
          </p:cNvSpPr>
          <p:nvPr>
            <p:ph type="title"/>
          </p:nvPr>
        </p:nvSpPr>
        <p:spPr>
          <a:xfrm>
            <a:off x="720000" y="2560"/>
            <a:ext cx="7704000" cy="572700"/>
          </a:xfrm>
          <a:prstGeom prst="rect">
            <a:avLst/>
          </a:prstGeom>
        </p:spPr>
        <p:txBody>
          <a:bodyPr spcFirstLastPara="1" wrap="square" lIns="91425" tIns="91425" rIns="91425" bIns="91425" anchor="t" anchorCtr="0">
            <a:noAutofit/>
          </a:bodyPr>
          <a:lstStyle/>
          <a:p>
            <a:pPr lvl="0"/>
            <a:r>
              <a:rPr lang="en-US" dirty="0"/>
              <a:t>Data Cleaning</a:t>
            </a:r>
            <a:endParaRPr dirty="0"/>
          </a:p>
        </p:txBody>
      </p:sp>
      <p:sp>
        <p:nvSpPr>
          <p:cNvPr id="389" name="Google Shape;389;p41">
            <a:extLst>
              <a:ext uri="{FF2B5EF4-FFF2-40B4-BE49-F238E27FC236}">
                <a16:creationId xmlns:a16="http://schemas.microsoft.com/office/drawing/2014/main" id="{69D203BB-3E74-96C2-4BBA-9DD9A7AD66B5}"/>
              </a:ext>
            </a:extLst>
          </p:cNvPr>
          <p:cNvSpPr txBox="1">
            <a:spLocks noGrp="1"/>
          </p:cNvSpPr>
          <p:nvPr>
            <p:ph type="subTitle" idx="3"/>
          </p:nvPr>
        </p:nvSpPr>
        <p:spPr>
          <a:xfrm>
            <a:off x="2286000" y="501048"/>
            <a:ext cx="4572000" cy="548640"/>
          </a:xfrm>
          <a:prstGeom prst="rect">
            <a:avLst/>
          </a:prstGeom>
        </p:spPr>
        <p:txBody>
          <a:bodyPr spcFirstLastPara="1" wrap="square" lIns="91425" tIns="91425" rIns="91425" bIns="91425" anchor="ctr" anchorCtr="0">
            <a:noAutofit/>
          </a:bodyPr>
          <a:lstStyle/>
          <a:p>
            <a:pPr marL="0" indent="0"/>
            <a:r>
              <a:rPr lang="en-US" dirty="0">
                <a:solidFill>
                  <a:schemeClr val="tx1"/>
                </a:solidFill>
              </a:rPr>
              <a:t>Power Query Editor (After Cleaning)</a:t>
            </a:r>
          </a:p>
        </p:txBody>
      </p:sp>
      <p:pic>
        <p:nvPicPr>
          <p:cNvPr id="2" name="Picture 1" descr="2025-10-01 (2).png">
            <a:extLst>
              <a:ext uri="{FF2B5EF4-FFF2-40B4-BE49-F238E27FC236}">
                <a16:creationId xmlns:a16="http://schemas.microsoft.com/office/drawing/2014/main" id="{A3667923-3763-3E42-47E2-C81FDEB6DD25}"/>
              </a:ext>
            </a:extLst>
          </p:cNvPr>
          <p:cNvPicPr>
            <a:picLocks noChangeAspect="1"/>
          </p:cNvPicPr>
          <p:nvPr/>
        </p:nvPicPr>
        <p:blipFill>
          <a:blip r:embed="rId3"/>
          <a:srcRect b="5264"/>
          <a:stretch>
            <a:fillRect/>
          </a:stretch>
        </p:blipFill>
        <p:spPr>
          <a:xfrm>
            <a:off x="1172049" y="1049034"/>
            <a:ext cx="6799901" cy="3621863"/>
          </a:xfrm>
          <a:prstGeom prst="rect">
            <a:avLst/>
          </a:prstGeom>
        </p:spPr>
      </p:pic>
    </p:spTree>
    <p:extLst>
      <p:ext uri="{BB962C8B-B14F-4D97-AF65-F5344CB8AC3E}">
        <p14:creationId xmlns:p14="http://schemas.microsoft.com/office/powerpoint/2010/main" val="3840680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86"/>
                                        </p:tgtEl>
                                        <p:attrNameLst>
                                          <p:attrName>style.visibility</p:attrName>
                                        </p:attrNameLst>
                                      </p:cBhvr>
                                      <p:to>
                                        <p:strVal val="visible"/>
                                      </p:to>
                                    </p:set>
                                    <p:animEffect transition="in" filter="fade">
                                      <p:cBhvr>
                                        <p:cTn id="7" dur="1000"/>
                                        <p:tgtEl>
                                          <p:spTgt spid="386"/>
                                        </p:tgtEl>
                                      </p:cBhvr>
                                    </p:animEffect>
                                    <p:anim calcmode="lin" valueType="num">
                                      <p:cBhvr>
                                        <p:cTn id="8" dur="1000" fill="hold"/>
                                        <p:tgtEl>
                                          <p:spTgt spid="386"/>
                                        </p:tgtEl>
                                        <p:attrNameLst>
                                          <p:attrName>ppt_x</p:attrName>
                                        </p:attrNameLst>
                                      </p:cBhvr>
                                      <p:tavLst>
                                        <p:tav tm="0">
                                          <p:val>
                                            <p:strVal val="#ppt_x"/>
                                          </p:val>
                                        </p:tav>
                                        <p:tav tm="100000">
                                          <p:val>
                                            <p:strVal val="#ppt_x"/>
                                          </p:val>
                                        </p:tav>
                                      </p:tavLst>
                                    </p:anim>
                                    <p:anim calcmode="lin" valueType="num">
                                      <p:cBhvr>
                                        <p:cTn id="9" dur="1000" fill="hold"/>
                                        <p:tgtEl>
                                          <p:spTgt spid="38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389"/>
                                        </p:tgtEl>
                                        <p:attrNameLst>
                                          <p:attrName>style.visibility</p:attrName>
                                        </p:attrNameLst>
                                      </p:cBhvr>
                                      <p:to>
                                        <p:strVal val="visible"/>
                                      </p:to>
                                    </p:set>
                                    <p:animEffect transition="in" filter="fade">
                                      <p:cBhvr>
                                        <p:cTn id="14" dur="1000"/>
                                        <p:tgtEl>
                                          <p:spTgt spid="389"/>
                                        </p:tgtEl>
                                      </p:cBhvr>
                                    </p:animEffect>
                                    <p:anim calcmode="lin" valueType="num">
                                      <p:cBhvr>
                                        <p:cTn id="15" dur="1000" fill="hold"/>
                                        <p:tgtEl>
                                          <p:spTgt spid="389"/>
                                        </p:tgtEl>
                                        <p:attrNameLst>
                                          <p:attrName>ppt_x</p:attrName>
                                        </p:attrNameLst>
                                      </p:cBhvr>
                                      <p:tavLst>
                                        <p:tav tm="0">
                                          <p:val>
                                            <p:strVal val="#ppt_x"/>
                                          </p:val>
                                        </p:tav>
                                        <p:tav tm="100000">
                                          <p:val>
                                            <p:strVal val="#ppt_x"/>
                                          </p:val>
                                        </p:tav>
                                      </p:tavLst>
                                    </p:anim>
                                    <p:anim calcmode="lin" valueType="num">
                                      <p:cBhvr>
                                        <p:cTn id="16" dur="1000" fill="hold"/>
                                        <p:tgtEl>
                                          <p:spTgt spid="389"/>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14" presetClass="entr" presetSubtype="1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randombar(horizontal)">
                                      <p:cBhvr>
                                        <p:cTn id="2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 grpId="0"/>
      <p:bldP spid="38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90" name="Google Shape;490;p4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n-US" altLang="zh-CN" dirty="0"/>
              <a:t>Data Modeling</a:t>
            </a:r>
            <a:endParaRPr dirty="0"/>
          </a:p>
        </p:txBody>
      </p:sp>
      <p:pic>
        <p:nvPicPr>
          <p:cNvPr id="3" name="Picture 2" descr="A screenshot of a computer">
            <a:extLst>
              <a:ext uri="{FF2B5EF4-FFF2-40B4-BE49-F238E27FC236}">
                <a16:creationId xmlns:a16="http://schemas.microsoft.com/office/drawing/2014/main" id="{7F6CA048-587A-D26F-C7E6-87B60EF3845A}"/>
              </a:ext>
            </a:extLst>
          </p:cNvPr>
          <p:cNvPicPr>
            <a:picLocks noChangeAspect="1"/>
          </p:cNvPicPr>
          <p:nvPr/>
        </p:nvPicPr>
        <p:blipFill>
          <a:blip r:embed="rId3"/>
          <a:stretch>
            <a:fillRect/>
          </a:stretch>
        </p:blipFill>
        <p:spPr>
          <a:xfrm>
            <a:off x="832624" y="1191258"/>
            <a:ext cx="7530791" cy="357948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90"/>
                                        </p:tgtEl>
                                        <p:attrNameLst>
                                          <p:attrName>style.visibility</p:attrName>
                                        </p:attrNameLst>
                                      </p:cBhvr>
                                      <p:to>
                                        <p:strVal val="visible"/>
                                      </p:to>
                                    </p:set>
                                    <p:animEffect transition="in" filter="fade">
                                      <p:cBhvr>
                                        <p:cTn id="7" dur="1000"/>
                                        <p:tgtEl>
                                          <p:spTgt spid="490"/>
                                        </p:tgtEl>
                                      </p:cBhvr>
                                    </p:animEffect>
                                    <p:anim calcmode="lin" valueType="num">
                                      <p:cBhvr>
                                        <p:cTn id="8" dur="1000" fill="hold"/>
                                        <p:tgtEl>
                                          <p:spTgt spid="490"/>
                                        </p:tgtEl>
                                        <p:attrNameLst>
                                          <p:attrName>ppt_x</p:attrName>
                                        </p:attrNameLst>
                                      </p:cBhvr>
                                      <p:tavLst>
                                        <p:tav tm="0">
                                          <p:val>
                                            <p:strVal val="#ppt_x"/>
                                          </p:val>
                                        </p:tav>
                                        <p:tav tm="100000">
                                          <p:val>
                                            <p:strVal val="#ppt_x"/>
                                          </p:val>
                                        </p:tav>
                                      </p:tavLst>
                                    </p:anim>
                                    <p:anim calcmode="lin" valueType="num">
                                      <p:cBhvr>
                                        <p:cTn id="9" dur="1000" fill="hold"/>
                                        <p:tgtEl>
                                          <p:spTgt spid="4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B508234F-A36D-5F9C-CBB2-E1A38CDC5D73}"/>
            </a:ext>
          </a:extLst>
        </p:cNvPr>
        <p:cNvGrpSpPr/>
        <p:nvPr/>
      </p:nvGrpSpPr>
      <p:grpSpPr>
        <a:xfrm>
          <a:off x="0" y="0"/>
          <a:ext cx="0" cy="0"/>
          <a:chOff x="0" y="0"/>
          <a:chExt cx="0" cy="0"/>
        </a:xfrm>
      </p:grpSpPr>
      <p:sp>
        <p:nvSpPr>
          <p:cNvPr id="403" name="Google Shape;403;p42">
            <a:extLst>
              <a:ext uri="{FF2B5EF4-FFF2-40B4-BE49-F238E27FC236}">
                <a16:creationId xmlns:a16="http://schemas.microsoft.com/office/drawing/2014/main" id="{A54C146B-FE0C-42B8-2FDA-261FC471E5B1}"/>
              </a:ext>
            </a:extLst>
          </p:cNvPr>
          <p:cNvSpPr txBox="1">
            <a:spLocks noGrp="1"/>
          </p:cNvSpPr>
          <p:nvPr>
            <p:ph type="title"/>
          </p:nvPr>
        </p:nvSpPr>
        <p:spPr>
          <a:xfrm>
            <a:off x="720000" y="538492"/>
            <a:ext cx="7704000" cy="572700"/>
          </a:xfrm>
          <a:prstGeom prst="rect">
            <a:avLst/>
          </a:prstGeom>
        </p:spPr>
        <p:txBody>
          <a:bodyPr spcFirstLastPara="1" wrap="square" lIns="91425" tIns="91425" rIns="91425" bIns="91425" anchor="t" anchorCtr="0">
            <a:noAutofit/>
          </a:bodyPr>
          <a:lstStyle/>
          <a:p>
            <a:pPr lvl="0"/>
            <a:r>
              <a:rPr lang="en-US" dirty="0"/>
              <a:t>DAX</a:t>
            </a:r>
            <a:endParaRPr dirty="0"/>
          </a:p>
        </p:txBody>
      </p:sp>
      <p:sp>
        <p:nvSpPr>
          <p:cNvPr id="404" name="Google Shape;404;p42">
            <a:extLst>
              <a:ext uri="{FF2B5EF4-FFF2-40B4-BE49-F238E27FC236}">
                <a16:creationId xmlns:a16="http://schemas.microsoft.com/office/drawing/2014/main" id="{D0E3EA75-89C2-7610-9122-5D51BC9CB7E3}"/>
              </a:ext>
            </a:extLst>
          </p:cNvPr>
          <p:cNvSpPr txBox="1">
            <a:spLocks noGrp="1"/>
          </p:cNvSpPr>
          <p:nvPr>
            <p:ph type="subTitle" idx="4"/>
          </p:nvPr>
        </p:nvSpPr>
        <p:spPr>
          <a:xfrm>
            <a:off x="709758" y="1117699"/>
            <a:ext cx="3931920" cy="457200"/>
          </a:xfrm>
          <a:prstGeom prst="rect">
            <a:avLst/>
          </a:prstGeom>
        </p:spPr>
        <p:txBody>
          <a:bodyPr spcFirstLastPara="1" wrap="square" lIns="91425" tIns="91425" rIns="91425" bIns="91425" anchor="b" anchorCtr="0">
            <a:noAutofit/>
          </a:bodyPr>
          <a:lstStyle/>
          <a:p>
            <a:pPr marL="0" lvl="0" indent="0"/>
            <a:r>
              <a:rPr lang="en-US" dirty="0">
                <a:solidFill>
                  <a:schemeClr val="tx1"/>
                </a:solidFill>
              </a:rPr>
              <a:t>The following steps were taken:</a:t>
            </a:r>
            <a:endParaRPr dirty="0">
              <a:latin typeface="Poppins"/>
              <a:ea typeface="Poppins"/>
              <a:cs typeface="Poppins"/>
              <a:sym typeface="Poppins"/>
            </a:endParaRPr>
          </a:p>
        </p:txBody>
      </p:sp>
      <p:sp>
        <p:nvSpPr>
          <p:cNvPr id="406" name="Google Shape;406;p42">
            <a:extLst>
              <a:ext uri="{FF2B5EF4-FFF2-40B4-BE49-F238E27FC236}">
                <a16:creationId xmlns:a16="http://schemas.microsoft.com/office/drawing/2014/main" id="{4FA622F3-4E66-97FB-00E2-C3FFC8752BD6}"/>
              </a:ext>
            </a:extLst>
          </p:cNvPr>
          <p:cNvSpPr txBox="1">
            <a:spLocks noGrp="1"/>
          </p:cNvSpPr>
          <p:nvPr>
            <p:ph type="subTitle" idx="1"/>
          </p:nvPr>
        </p:nvSpPr>
        <p:spPr>
          <a:xfrm>
            <a:off x="709750" y="1582154"/>
            <a:ext cx="6583680" cy="2834640"/>
          </a:xfrm>
          <a:prstGeom prst="rect">
            <a:avLst/>
          </a:prstGeom>
        </p:spPr>
        <p:txBody>
          <a:bodyPr spcFirstLastPara="1" wrap="square" lIns="91425" tIns="91425" rIns="91425" bIns="91425" anchor="t" anchorCtr="0">
            <a:noAutofit/>
          </a:bodyPr>
          <a:lstStyle/>
          <a:p>
            <a:pPr lvl="0" algn="just">
              <a:spcAft>
                <a:spcPts val="600"/>
              </a:spcAft>
              <a:buFont typeface="Wingdings" pitchFamily="2" charset="2"/>
              <a:buChar char="§"/>
            </a:pPr>
            <a:r>
              <a:rPr lang="en-US" sz="1400" dirty="0"/>
              <a:t>Total Trip = COUNT(</a:t>
            </a:r>
            <a:r>
              <a:rPr lang="en-US" sz="1400" dirty="0" err="1"/>
              <a:t>Cleaned_railway</a:t>
            </a:r>
            <a:r>
              <a:rPr lang="en-US" sz="1400" dirty="0"/>
              <a:t>[Transaction ID])</a:t>
            </a:r>
          </a:p>
          <a:p>
            <a:pPr algn="just">
              <a:spcAft>
                <a:spcPts val="600"/>
              </a:spcAft>
              <a:buFont typeface="Wingdings" pitchFamily="2" charset="2"/>
              <a:buChar char="§"/>
            </a:pPr>
            <a:r>
              <a:rPr lang="en-US" sz="1400" dirty="0" err="1"/>
              <a:t>on_time_trip</a:t>
            </a:r>
            <a:r>
              <a:rPr lang="en-US" sz="1400" dirty="0"/>
              <a:t> = CALCULATE([Total Trip],</a:t>
            </a:r>
            <a:r>
              <a:rPr lang="en-US" sz="1400" dirty="0" err="1"/>
              <a:t>Cleaned_railway</a:t>
            </a:r>
            <a:r>
              <a:rPr lang="en-US" sz="1400" dirty="0"/>
              <a:t>[Journey Status]="ON Time")</a:t>
            </a:r>
          </a:p>
          <a:p>
            <a:pPr algn="just">
              <a:spcAft>
                <a:spcPts val="600"/>
              </a:spcAft>
              <a:buFont typeface="Wingdings" pitchFamily="2" charset="2"/>
              <a:buChar char="§"/>
            </a:pPr>
            <a:r>
              <a:rPr lang="en-US" sz="1400" dirty="0" err="1"/>
              <a:t>Delayed_trip</a:t>
            </a:r>
            <a:r>
              <a:rPr lang="en-US" sz="1400" dirty="0"/>
              <a:t> = CALCULATE([Total Trip],</a:t>
            </a:r>
            <a:r>
              <a:rPr lang="en-US" sz="1400" dirty="0" err="1"/>
              <a:t>Cleaned_railway</a:t>
            </a:r>
            <a:r>
              <a:rPr lang="en-US" sz="1400" dirty="0"/>
              <a:t>[Journey Status]="Delayed")</a:t>
            </a:r>
          </a:p>
          <a:p>
            <a:pPr algn="just">
              <a:spcAft>
                <a:spcPts val="600"/>
              </a:spcAft>
              <a:buFont typeface="Wingdings" pitchFamily="2" charset="2"/>
              <a:buChar char="§"/>
            </a:pPr>
            <a:r>
              <a:rPr lang="en-US" sz="1400" dirty="0" err="1"/>
              <a:t>Cancelled_trip</a:t>
            </a:r>
            <a:r>
              <a:rPr lang="en-US" sz="1400" dirty="0"/>
              <a:t> = CALCULATE([Total Trip],</a:t>
            </a:r>
            <a:r>
              <a:rPr lang="en-US" sz="1400" dirty="0" err="1"/>
              <a:t>Cleaned_railway</a:t>
            </a:r>
            <a:r>
              <a:rPr lang="en-US" sz="1400" dirty="0"/>
              <a:t>[Journey Status]="Cancelled")</a:t>
            </a:r>
          </a:p>
          <a:p>
            <a:pPr algn="just">
              <a:spcAft>
                <a:spcPts val="600"/>
              </a:spcAft>
              <a:buFont typeface="Wingdings" pitchFamily="2" charset="2"/>
              <a:buChar char="§"/>
            </a:pPr>
            <a:r>
              <a:rPr lang="en-US" sz="1400" dirty="0" err="1"/>
              <a:t>Delay_percentage</a:t>
            </a:r>
            <a:r>
              <a:rPr lang="en-US" sz="1400" dirty="0"/>
              <a:t> = [</a:t>
            </a:r>
            <a:r>
              <a:rPr lang="en-US" sz="1400" dirty="0" err="1"/>
              <a:t>Delayed_trip</a:t>
            </a:r>
            <a:r>
              <a:rPr lang="en-US" sz="1400" dirty="0"/>
              <a:t>]/[Total Trip]*100</a:t>
            </a:r>
          </a:p>
          <a:p>
            <a:pPr algn="just">
              <a:spcAft>
                <a:spcPts val="600"/>
              </a:spcAft>
              <a:buFont typeface="Wingdings" pitchFamily="2" charset="2"/>
              <a:buChar char="§"/>
            </a:pPr>
            <a:r>
              <a:rPr lang="en-US" sz="1400" dirty="0" err="1"/>
              <a:t>on_time_percentage</a:t>
            </a:r>
            <a:r>
              <a:rPr lang="en-US" sz="1400" dirty="0"/>
              <a:t> = [</a:t>
            </a:r>
            <a:r>
              <a:rPr lang="en-US" sz="1400" dirty="0" err="1"/>
              <a:t>on_time_trip</a:t>
            </a:r>
            <a:r>
              <a:rPr lang="en-US" sz="1400" dirty="0"/>
              <a:t>]/[Total Trip]*100</a:t>
            </a:r>
          </a:p>
          <a:p>
            <a:pPr algn="just">
              <a:spcAft>
                <a:spcPts val="600"/>
              </a:spcAft>
              <a:buFont typeface="Wingdings" pitchFamily="2" charset="2"/>
              <a:buChar char="§"/>
            </a:pPr>
            <a:r>
              <a:rPr lang="en-US" sz="1400" dirty="0" err="1"/>
              <a:t>Cancelled_percentage</a:t>
            </a:r>
            <a:r>
              <a:rPr lang="en-US" sz="1400" dirty="0"/>
              <a:t> = [</a:t>
            </a:r>
            <a:r>
              <a:rPr lang="en-US" sz="1400" dirty="0" err="1"/>
              <a:t>Cancelled_trip</a:t>
            </a:r>
            <a:r>
              <a:rPr lang="en-US" sz="1400" dirty="0"/>
              <a:t>]/[Total Trip]*100</a:t>
            </a:r>
          </a:p>
          <a:p>
            <a:pPr marL="0" lvl="0" indent="0" algn="l" rtl="0">
              <a:spcBef>
                <a:spcPts val="0"/>
              </a:spcBef>
              <a:spcAft>
                <a:spcPts val="0"/>
              </a:spcAft>
              <a:buNone/>
            </a:pPr>
            <a:r>
              <a:rPr lang="en-US" sz="1400" dirty="0"/>
              <a:t> </a:t>
            </a:r>
            <a:endParaRPr sz="1400" dirty="0"/>
          </a:p>
        </p:txBody>
      </p:sp>
    </p:spTree>
    <p:extLst>
      <p:ext uri="{BB962C8B-B14F-4D97-AF65-F5344CB8AC3E}">
        <p14:creationId xmlns:p14="http://schemas.microsoft.com/office/powerpoint/2010/main" val="57702579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03"/>
                                        </p:tgtEl>
                                        <p:attrNameLst>
                                          <p:attrName>style.visibility</p:attrName>
                                        </p:attrNameLst>
                                      </p:cBhvr>
                                      <p:to>
                                        <p:strVal val="visible"/>
                                      </p:to>
                                    </p:set>
                                    <p:animEffect transition="in" filter="fade">
                                      <p:cBhvr>
                                        <p:cTn id="7" dur="1000"/>
                                        <p:tgtEl>
                                          <p:spTgt spid="403"/>
                                        </p:tgtEl>
                                      </p:cBhvr>
                                    </p:animEffect>
                                    <p:anim calcmode="lin" valueType="num">
                                      <p:cBhvr>
                                        <p:cTn id="8" dur="1000" fill="hold"/>
                                        <p:tgtEl>
                                          <p:spTgt spid="403"/>
                                        </p:tgtEl>
                                        <p:attrNameLst>
                                          <p:attrName>ppt_x</p:attrName>
                                        </p:attrNameLst>
                                      </p:cBhvr>
                                      <p:tavLst>
                                        <p:tav tm="0">
                                          <p:val>
                                            <p:strVal val="#ppt_x"/>
                                          </p:val>
                                        </p:tav>
                                        <p:tav tm="100000">
                                          <p:val>
                                            <p:strVal val="#ppt_x"/>
                                          </p:val>
                                        </p:tav>
                                      </p:tavLst>
                                    </p:anim>
                                    <p:anim calcmode="lin" valueType="num">
                                      <p:cBhvr>
                                        <p:cTn id="9" dur="1000" fill="hold"/>
                                        <p:tgtEl>
                                          <p:spTgt spid="40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404"/>
                                        </p:tgtEl>
                                        <p:attrNameLst>
                                          <p:attrName>style.visibility</p:attrName>
                                        </p:attrNameLst>
                                      </p:cBhvr>
                                      <p:to>
                                        <p:strVal val="visible"/>
                                      </p:to>
                                    </p:set>
                                    <p:animEffect transition="in" filter="fade">
                                      <p:cBhvr>
                                        <p:cTn id="14" dur="1000"/>
                                        <p:tgtEl>
                                          <p:spTgt spid="404"/>
                                        </p:tgtEl>
                                      </p:cBhvr>
                                    </p:animEffect>
                                    <p:anim calcmode="lin" valueType="num">
                                      <p:cBhvr>
                                        <p:cTn id="15" dur="1000" fill="hold"/>
                                        <p:tgtEl>
                                          <p:spTgt spid="404"/>
                                        </p:tgtEl>
                                        <p:attrNameLst>
                                          <p:attrName>ppt_x</p:attrName>
                                        </p:attrNameLst>
                                      </p:cBhvr>
                                      <p:tavLst>
                                        <p:tav tm="0">
                                          <p:val>
                                            <p:strVal val="#ppt_x"/>
                                          </p:val>
                                        </p:tav>
                                        <p:tav tm="100000">
                                          <p:val>
                                            <p:strVal val="#ppt_x"/>
                                          </p:val>
                                        </p:tav>
                                      </p:tavLst>
                                    </p:anim>
                                    <p:anim calcmode="lin" valueType="num">
                                      <p:cBhvr>
                                        <p:cTn id="16" dur="1000" fill="hold"/>
                                        <p:tgtEl>
                                          <p:spTgt spid="40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06">
                                            <p:txEl>
                                              <p:pRg st="0" end="0"/>
                                            </p:txEl>
                                          </p:spTgt>
                                        </p:tgtEl>
                                        <p:attrNameLst>
                                          <p:attrName>style.visibility</p:attrName>
                                        </p:attrNameLst>
                                      </p:cBhvr>
                                      <p:to>
                                        <p:strVal val="visible"/>
                                      </p:to>
                                    </p:set>
                                    <p:animEffect transition="in" filter="wipe(up)">
                                      <p:cBhvr>
                                        <p:cTn id="21" dur="1000"/>
                                        <p:tgtEl>
                                          <p:spTgt spid="406">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406">
                                            <p:txEl>
                                              <p:pRg st="1" end="1"/>
                                            </p:txEl>
                                          </p:spTgt>
                                        </p:tgtEl>
                                        <p:attrNameLst>
                                          <p:attrName>style.visibility</p:attrName>
                                        </p:attrNameLst>
                                      </p:cBhvr>
                                      <p:to>
                                        <p:strVal val="visible"/>
                                      </p:to>
                                    </p:set>
                                    <p:animEffect transition="in" filter="wipe(up)">
                                      <p:cBhvr>
                                        <p:cTn id="26" dur="1000"/>
                                        <p:tgtEl>
                                          <p:spTgt spid="406">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406">
                                            <p:txEl>
                                              <p:pRg st="2" end="2"/>
                                            </p:txEl>
                                          </p:spTgt>
                                        </p:tgtEl>
                                        <p:attrNameLst>
                                          <p:attrName>style.visibility</p:attrName>
                                        </p:attrNameLst>
                                      </p:cBhvr>
                                      <p:to>
                                        <p:strVal val="visible"/>
                                      </p:to>
                                    </p:set>
                                    <p:animEffect transition="in" filter="wipe(up)">
                                      <p:cBhvr>
                                        <p:cTn id="31" dur="1000"/>
                                        <p:tgtEl>
                                          <p:spTgt spid="406">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06">
                                            <p:txEl>
                                              <p:pRg st="3" end="3"/>
                                            </p:txEl>
                                          </p:spTgt>
                                        </p:tgtEl>
                                        <p:attrNameLst>
                                          <p:attrName>style.visibility</p:attrName>
                                        </p:attrNameLst>
                                      </p:cBhvr>
                                      <p:to>
                                        <p:strVal val="visible"/>
                                      </p:to>
                                    </p:set>
                                    <p:animEffect transition="in" filter="wipe(up)">
                                      <p:cBhvr>
                                        <p:cTn id="36" dur="1000"/>
                                        <p:tgtEl>
                                          <p:spTgt spid="406">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406">
                                            <p:txEl>
                                              <p:pRg st="4" end="4"/>
                                            </p:txEl>
                                          </p:spTgt>
                                        </p:tgtEl>
                                        <p:attrNameLst>
                                          <p:attrName>style.visibility</p:attrName>
                                        </p:attrNameLst>
                                      </p:cBhvr>
                                      <p:to>
                                        <p:strVal val="visible"/>
                                      </p:to>
                                    </p:set>
                                    <p:animEffect transition="in" filter="wipe(up)">
                                      <p:cBhvr>
                                        <p:cTn id="41" dur="1000"/>
                                        <p:tgtEl>
                                          <p:spTgt spid="406">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406">
                                            <p:txEl>
                                              <p:pRg st="5" end="5"/>
                                            </p:txEl>
                                          </p:spTgt>
                                        </p:tgtEl>
                                        <p:attrNameLst>
                                          <p:attrName>style.visibility</p:attrName>
                                        </p:attrNameLst>
                                      </p:cBhvr>
                                      <p:to>
                                        <p:strVal val="visible"/>
                                      </p:to>
                                    </p:set>
                                    <p:animEffect transition="in" filter="wipe(up)">
                                      <p:cBhvr>
                                        <p:cTn id="46" dur="1000"/>
                                        <p:tgtEl>
                                          <p:spTgt spid="406">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406">
                                            <p:txEl>
                                              <p:pRg st="6" end="6"/>
                                            </p:txEl>
                                          </p:spTgt>
                                        </p:tgtEl>
                                        <p:attrNameLst>
                                          <p:attrName>style.visibility</p:attrName>
                                        </p:attrNameLst>
                                      </p:cBhvr>
                                      <p:to>
                                        <p:strVal val="visible"/>
                                      </p:to>
                                    </p:set>
                                    <p:animEffect transition="in" filter="wipe(up)">
                                      <p:cBhvr>
                                        <p:cTn id="51" dur="1000"/>
                                        <p:tgtEl>
                                          <p:spTgt spid="406">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406">
                                            <p:txEl>
                                              <p:pRg st="7" end="7"/>
                                            </p:txEl>
                                          </p:spTgt>
                                        </p:tgtEl>
                                        <p:attrNameLst>
                                          <p:attrName>style.visibility</p:attrName>
                                        </p:attrNameLst>
                                      </p:cBhvr>
                                      <p:to>
                                        <p:strVal val="visible"/>
                                      </p:to>
                                    </p:set>
                                    <p:animEffect transition="in" filter="wipe(up)">
                                      <p:cBhvr>
                                        <p:cTn id="56" dur="1000"/>
                                        <p:tgtEl>
                                          <p:spTgt spid="40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 grpId="0"/>
      <p:bldP spid="404" grpId="0"/>
      <p:bldP spid="40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61C3FDC1-AFC6-756A-68FF-93B2E60EE9A3}"/>
            </a:ext>
          </a:extLst>
        </p:cNvPr>
        <p:cNvGrpSpPr/>
        <p:nvPr/>
      </p:nvGrpSpPr>
      <p:grpSpPr>
        <a:xfrm>
          <a:off x="0" y="0"/>
          <a:ext cx="0" cy="0"/>
          <a:chOff x="0" y="0"/>
          <a:chExt cx="0" cy="0"/>
        </a:xfrm>
      </p:grpSpPr>
      <p:sp>
        <p:nvSpPr>
          <p:cNvPr id="403" name="Google Shape;403;p42">
            <a:extLst>
              <a:ext uri="{FF2B5EF4-FFF2-40B4-BE49-F238E27FC236}">
                <a16:creationId xmlns:a16="http://schemas.microsoft.com/office/drawing/2014/main" id="{4488D2AE-3F6A-DFC3-A7E1-40E2D6C93C6D}"/>
              </a:ext>
            </a:extLst>
          </p:cNvPr>
          <p:cNvSpPr txBox="1">
            <a:spLocks noGrp="1"/>
          </p:cNvSpPr>
          <p:nvPr>
            <p:ph type="title"/>
          </p:nvPr>
        </p:nvSpPr>
        <p:spPr>
          <a:xfrm>
            <a:off x="720000" y="538492"/>
            <a:ext cx="7704000" cy="572700"/>
          </a:xfrm>
          <a:prstGeom prst="rect">
            <a:avLst/>
          </a:prstGeom>
        </p:spPr>
        <p:txBody>
          <a:bodyPr spcFirstLastPara="1" wrap="square" lIns="91425" tIns="91425" rIns="91425" bIns="91425" anchor="t" anchorCtr="0">
            <a:noAutofit/>
          </a:bodyPr>
          <a:lstStyle/>
          <a:p>
            <a:pPr lvl="0"/>
            <a:r>
              <a:rPr lang="en-US" dirty="0"/>
              <a:t>DAX</a:t>
            </a:r>
            <a:endParaRPr dirty="0"/>
          </a:p>
        </p:txBody>
      </p:sp>
      <p:sp>
        <p:nvSpPr>
          <p:cNvPr id="404" name="Google Shape;404;p42">
            <a:extLst>
              <a:ext uri="{FF2B5EF4-FFF2-40B4-BE49-F238E27FC236}">
                <a16:creationId xmlns:a16="http://schemas.microsoft.com/office/drawing/2014/main" id="{6EF7D6CB-FDCC-6F2D-6FB8-BAEC0E021C0A}"/>
              </a:ext>
            </a:extLst>
          </p:cNvPr>
          <p:cNvSpPr txBox="1">
            <a:spLocks noGrp="1"/>
          </p:cNvSpPr>
          <p:nvPr>
            <p:ph type="subTitle" idx="4"/>
          </p:nvPr>
        </p:nvSpPr>
        <p:spPr>
          <a:xfrm>
            <a:off x="709758" y="1117699"/>
            <a:ext cx="3931920" cy="457200"/>
          </a:xfrm>
          <a:prstGeom prst="rect">
            <a:avLst/>
          </a:prstGeom>
        </p:spPr>
        <p:txBody>
          <a:bodyPr spcFirstLastPara="1" wrap="square" lIns="91425" tIns="91425" rIns="91425" bIns="91425" anchor="b" anchorCtr="0">
            <a:noAutofit/>
          </a:bodyPr>
          <a:lstStyle/>
          <a:p>
            <a:pPr marL="0" lvl="0" indent="0"/>
            <a:r>
              <a:rPr lang="en-US" dirty="0">
                <a:solidFill>
                  <a:schemeClr val="tx1"/>
                </a:solidFill>
              </a:rPr>
              <a:t>The following steps were taken:</a:t>
            </a:r>
            <a:endParaRPr dirty="0">
              <a:latin typeface="Poppins"/>
              <a:ea typeface="Poppins"/>
              <a:cs typeface="Poppins"/>
              <a:sym typeface="Poppins"/>
            </a:endParaRPr>
          </a:p>
        </p:txBody>
      </p:sp>
      <p:sp>
        <p:nvSpPr>
          <p:cNvPr id="406" name="Google Shape;406;p42">
            <a:extLst>
              <a:ext uri="{FF2B5EF4-FFF2-40B4-BE49-F238E27FC236}">
                <a16:creationId xmlns:a16="http://schemas.microsoft.com/office/drawing/2014/main" id="{59E91F19-EC81-C998-7C41-79D672104472}"/>
              </a:ext>
            </a:extLst>
          </p:cNvPr>
          <p:cNvSpPr txBox="1">
            <a:spLocks noGrp="1"/>
          </p:cNvSpPr>
          <p:nvPr>
            <p:ph type="subTitle" idx="1"/>
          </p:nvPr>
        </p:nvSpPr>
        <p:spPr>
          <a:xfrm>
            <a:off x="709750" y="1582154"/>
            <a:ext cx="7040880" cy="2834640"/>
          </a:xfrm>
          <a:prstGeom prst="rect">
            <a:avLst/>
          </a:prstGeom>
        </p:spPr>
        <p:txBody>
          <a:bodyPr spcFirstLastPara="1" wrap="square" lIns="91425" tIns="91425" rIns="91425" bIns="91425" anchor="t" anchorCtr="0">
            <a:noAutofit/>
          </a:bodyPr>
          <a:lstStyle/>
          <a:p>
            <a:pPr algn="just">
              <a:spcAft>
                <a:spcPts val="600"/>
              </a:spcAft>
              <a:buFont typeface="Wingdings" pitchFamily="2" charset="2"/>
              <a:buChar char="§"/>
            </a:pPr>
            <a:r>
              <a:rPr lang="en-US" sz="1400" dirty="0" err="1"/>
              <a:t>avg_delay_duration</a:t>
            </a:r>
            <a:r>
              <a:rPr lang="en-US" sz="1400" dirty="0"/>
              <a:t> = AVERAGE(</a:t>
            </a:r>
            <a:r>
              <a:rPr lang="en-US" sz="1400" dirty="0" err="1"/>
              <a:t>Cleaned_railway</a:t>
            </a:r>
            <a:r>
              <a:rPr lang="en-US" sz="1400" dirty="0"/>
              <a:t>[Delayed in Minutes])</a:t>
            </a:r>
          </a:p>
          <a:p>
            <a:pPr algn="just">
              <a:spcAft>
                <a:spcPts val="600"/>
              </a:spcAft>
              <a:buFont typeface="Wingdings" pitchFamily="2" charset="2"/>
              <a:buChar char="§"/>
            </a:pPr>
            <a:r>
              <a:rPr lang="en-US" sz="1400" dirty="0" err="1"/>
              <a:t>max_delay_duration</a:t>
            </a:r>
            <a:r>
              <a:rPr lang="en-US" sz="1400" dirty="0"/>
              <a:t> = MAX(</a:t>
            </a:r>
            <a:r>
              <a:rPr lang="en-US" sz="1400" dirty="0" err="1"/>
              <a:t>Cleaned_railway</a:t>
            </a:r>
            <a:r>
              <a:rPr lang="en-US" sz="1400" dirty="0"/>
              <a:t>[Delayed in Minutes])</a:t>
            </a:r>
          </a:p>
          <a:p>
            <a:pPr algn="just">
              <a:spcAft>
                <a:spcPts val="600"/>
              </a:spcAft>
              <a:buFont typeface="Wingdings" pitchFamily="2" charset="2"/>
              <a:buChar char="§"/>
            </a:pPr>
            <a:r>
              <a:rPr lang="en-US" sz="1400" dirty="0" err="1"/>
              <a:t>min_delay_duration</a:t>
            </a:r>
            <a:r>
              <a:rPr lang="en-US" sz="1400" dirty="0"/>
              <a:t> = MIN(</a:t>
            </a:r>
            <a:r>
              <a:rPr lang="en-US" sz="1400" dirty="0" err="1"/>
              <a:t>Cleaned_railway</a:t>
            </a:r>
            <a:r>
              <a:rPr lang="en-US" sz="1400" dirty="0"/>
              <a:t>[Delayed in Minutes])</a:t>
            </a:r>
          </a:p>
          <a:p>
            <a:pPr algn="just">
              <a:spcAft>
                <a:spcPts val="600"/>
              </a:spcAft>
              <a:buFont typeface="Wingdings" pitchFamily="2" charset="2"/>
              <a:buChar char="§"/>
            </a:pPr>
            <a:r>
              <a:rPr lang="en-US" sz="1400" dirty="0" err="1"/>
              <a:t>total_revenue</a:t>
            </a:r>
            <a:r>
              <a:rPr lang="en-US" sz="1400" dirty="0"/>
              <a:t> = SUM(</a:t>
            </a:r>
            <a:r>
              <a:rPr lang="en-US" sz="1400" dirty="0" err="1"/>
              <a:t>Cleaned_railway</a:t>
            </a:r>
            <a:r>
              <a:rPr lang="en-US" sz="1400" dirty="0"/>
              <a:t>[Price])</a:t>
            </a:r>
          </a:p>
          <a:p>
            <a:pPr algn="just">
              <a:spcAft>
                <a:spcPts val="600"/>
              </a:spcAft>
              <a:buFont typeface="Wingdings" pitchFamily="2" charset="2"/>
              <a:buChar char="§"/>
            </a:pPr>
            <a:r>
              <a:rPr lang="en-US" sz="1400" dirty="0" err="1"/>
              <a:t>avg_price</a:t>
            </a:r>
            <a:r>
              <a:rPr lang="en-US" sz="1400" dirty="0"/>
              <a:t> = AVERAGE(</a:t>
            </a:r>
            <a:r>
              <a:rPr lang="en-US" sz="1400" dirty="0" err="1"/>
              <a:t>Cleaned_railway</a:t>
            </a:r>
            <a:r>
              <a:rPr lang="en-US" sz="1400" dirty="0"/>
              <a:t>[Price])</a:t>
            </a:r>
          </a:p>
          <a:p>
            <a:pPr algn="just">
              <a:spcAft>
                <a:spcPts val="600"/>
              </a:spcAft>
              <a:buFont typeface="Wingdings" pitchFamily="2" charset="2"/>
              <a:buChar char="§"/>
            </a:pPr>
            <a:r>
              <a:rPr lang="en-US" sz="1400" dirty="0" err="1"/>
              <a:t>max_price</a:t>
            </a:r>
            <a:r>
              <a:rPr lang="en-US" sz="1400" dirty="0"/>
              <a:t> = MAX(</a:t>
            </a:r>
            <a:r>
              <a:rPr lang="en-US" sz="1400" dirty="0" err="1"/>
              <a:t>Cleaned_railway</a:t>
            </a:r>
            <a:r>
              <a:rPr lang="en-US" sz="1400" dirty="0"/>
              <a:t>[Price])</a:t>
            </a:r>
          </a:p>
          <a:p>
            <a:pPr algn="just">
              <a:spcAft>
                <a:spcPts val="600"/>
              </a:spcAft>
              <a:buFont typeface="Wingdings" pitchFamily="2" charset="2"/>
              <a:buChar char="§"/>
            </a:pPr>
            <a:r>
              <a:rPr lang="en-US" sz="1400" dirty="0" err="1"/>
              <a:t>min_price</a:t>
            </a:r>
            <a:r>
              <a:rPr lang="en-US" sz="1400" dirty="0"/>
              <a:t> = MIN(</a:t>
            </a:r>
            <a:r>
              <a:rPr lang="en-US" sz="1400" dirty="0" err="1"/>
              <a:t>Cleaned_railway</a:t>
            </a:r>
            <a:r>
              <a:rPr lang="en-US" sz="1400" dirty="0"/>
              <a:t>[Price])</a:t>
            </a:r>
          </a:p>
          <a:p>
            <a:pPr marL="0" lvl="0" indent="0" algn="l" rtl="0">
              <a:spcBef>
                <a:spcPts val="0"/>
              </a:spcBef>
              <a:spcAft>
                <a:spcPts val="0"/>
              </a:spcAft>
              <a:buNone/>
            </a:pPr>
            <a:r>
              <a:rPr lang="en-US" sz="1400" dirty="0"/>
              <a:t> </a:t>
            </a:r>
            <a:endParaRPr sz="1400" dirty="0"/>
          </a:p>
        </p:txBody>
      </p:sp>
    </p:spTree>
    <p:extLst>
      <p:ext uri="{BB962C8B-B14F-4D97-AF65-F5344CB8AC3E}">
        <p14:creationId xmlns:p14="http://schemas.microsoft.com/office/powerpoint/2010/main" val="28448324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03"/>
                                        </p:tgtEl>
                                        <p:attrNameLst>
                                          <p:attrName>style.visibility</p:attrName>
                                        </p:attrNameLst>
                                      </p:cBhvr>
                                      <p:to>
                                        <p:strVal val="visible"/>
                                      </p:to>
                                    </p:set>
                                    <p:animEffect transition="in" filter="fade">
                                      <p:cBhvr>
                                        <p:cTn id="7" dur="1000"/>
                                        <p:tgtEl>
                                          <p:spTgt spid="403"/>
                                        </p:tgtEl>
                                      </p:cBhvr>
                                    </p:animEffect>
                                    <p:anim calcmode="lin" valueType="num">
                                      <p:cBhvr>
                                        <p:cTn id="8" dur="1000" fill="hold"/>
                                        <p:tgtEl>
                                          <p:spTgt spid="403"/>
                                        </p:tgtEl>
                                        <p:attrNameLst>
                                          <p:attrName>ppt_x</p:attrName>
                                        </p:attrNameLst>
                                      </p:cBhvr>
                                      <p:tavLst>
                                        <p:tav tm="0">
                                          <p:val>
                                            <p:strVal val="#ppt_x"/>
                                          </p:val>
                                        </p:tav>
                                        <p:tav tm="100000">
                                          <p:val>
                                            <p:strVal val="#ppt_x"/>
                                          </p:val>
                                        </p:tav>
                                      </p:tavLst>
                                    </p:anim>
                                    <p:anim calcmode="lin" valueType="num">
                                      <p:cBhvr>
                                        <p:cTn id="9" dur="1000" fill="hold"/>
                                        <p:tgtEl>
                                          <p:spTgt spid="40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404"/>
                                        </p:tgtEl>
                                        <p:attrNameLst>
                                          <p:attrName>style.visibility</p:attrName>
                                        </p:attrNameLst>
                                      </p:cBhvr>
                                      <p:to>
                                        <p:strVal val="visible"/>
                                      </p:to>
                                    </p:set>
                                    <p:animEffect transition="in" filter="fade">
                                      <p:cBhvr>
                                        <p:cTn id="14" dur="1000"/>
                                        <p:tgtEl>
                                          <p:spTgt spid="404"/>
                                        </p:tgtEl>
                                      </p:cBhvr>
                                    </p:animEffect>
                                    <p:anim calcmode="lin" valueType="num">
                                      <p:cBhvr>
                                        <p:cTn id="15" dur="1000" fill="hold"/>
                                        <p:tgtEl>
                                          <p:spTgt spid="404"/>
                                        </p:tgtEl>
                                        <p:attrNameLst>
                                          <p:attrName>ppt_x</p:attrName>
                                        </p:attrNameLst>
                                      </p:cBhvr>
                                      <p:tavLst>
                                        <p:tav tm="0">
                                          <p:val>
                                            <p:strVal val="#ppt_x"/>
                                          </p:val>
                                        </p:tav>
                                        <p:tav tm="100000">
                                          <p:val>
                                            <p:strVal val="#ppt_x"/>
                                          </p:val>
                                        </p:tav>
                                      </p:tavLst>
                                    </p:anim>
                                    <p:anim calcmode="lin" valueType="num">
                                      <p:cBhvr>
                                        <p:cTn id="16" dur="1000" fill="hold"/>
                                        <p:tgtEl>
                                          <p:spTgt spid="40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06">
                                            <p:txEl>
                                              <p:pRg st="0" end="0"/>
                                            </p:txEl>
                                          </p:spTgt>
                                        </p:tgtEl>
                                        <p:attrNameLst>
                                          <p:attrName>style.visibility</p:attrName>
                                        </p:attrNameLst>
                                      </p:cBhvr>
                                      <p:to>
                                        <p:strVal val="visible"/>
                                      </p:to>
                                    </p:set>
                                    <p:animEffect transition="in" filter="wipe(up)">
                                      <p:cBhvr>
                                        <p:cTn id="21" dur="1000"/>
                                        <p:tgtEl>
                                          <p:spTgt spid="406">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406">
                                            <p:txEl>
                                              <p:pRg st="1" end="1"/>
                                            </p:txEl>
                                          </p:spTgt>
                                        </p:tgtEl>
                                        <p:attrNameLst>
                                          <p:attrName>style.visibility</p:attrName>
                                        </p:attrNameLst>
                                      </p:cBhvr>
                                      <p:to>
                                        <p:strVal val="visible"/>
                                      </p:to>
                                    </p:set>
                                    <p:animEffect transition="in" filter="wipe(up)">
                                      <p:cBhvr>
                                        <p:cTn id="26" dur="1000"/>
                                        <p:tgtEl>
                                          <p:spTgt spid="406">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406">
                                            <p:txEl>
                                              <p:pRg st="2" end="2"/>
                                            </p:txEl>
                                          </p:spTgt>
                                        </p:tgtEl>
                                        <p:attrNameLst>
                                          <p:attrName>style.visibility</p:attrName>
                                        </p:attrNameLst>
                                      </p:cBhvr>
                                      <p:to>
                                        <p:strVal val="visible"/>
                                      </p:to>
                                    </p:set>
                                    <p:animEffect transition="in" filter="wipe(up)">
                                      <p:cBhvr>
                                        <p:cTn id="31" dur="1000"/>
                                        <p:tgtEl>
                                          <p:spTgt spid="406">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06">
                                            <p:txEl>
                                              <p:pRg st="3" end="3"/>
                                            </p:txEl>
                                          </p:spTgt>
                                        </p:tgtEl>
                                        <p:attrNameLst>
                                          <p:attrName>style.visibility</p:attrName>
                                        </p:attrNameLst>
                                      </p:cBhvr>
                                      <p:to>
                                        <p:strVal val="visible"/>
                                      </p:to>
                                    </p:set>
                                    <p:animEffect transition="in" filter="wipe(up)">
                                      <p:cBhvr>
                                        <p:cTn id="36" dur="1000"/>
                                        <p:tgtEl>
                                          <p:spTgt spid="406">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406">
                                            <p:txEl>
                                              <p:pRg st="4" end="4"/>
                                            </p:txEl>
                                          </p:spTgt>
                                        </p:tgtEl>
                                        <p:attrNameLst>
                                          <p:attrName>style.visibility</p:attrName>
                                        </p:attrNameLst>
                                      </p:cBhvr>
                                      <p:to>
                                        <p:strVal val="visible"/>
                                      </p:to>
                                    </p:set>
                                    <p:animEffect transition="in" filter="wipe(up)">
                                      <p:cBhvr>
                                        <p:cTn id="41" dur="1000"/>
                                        <p:tgtEl>
                                          <p:spTgt spid="406">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406">
                                            <p:txEl>
                                              <p:pRg st="5" end="5"/>
                                            </p:txEl>
                                          </p:spTgt>
                                        </p:tgtEl>
                                        <p:attrNameLst>
                                          <p:attrName>style.visibility</p:attrName>
                                        </p:attrNameLst>
                                      </p:cBhvr>
                                      <p:to>
                                        <p:strVal val="visible"/>
                                      </p:to>
                                    </p:set>
                                    <p:animEffect transition="in" filter="wipe(up)">
                                      <p:cBhvr>
                                        <p:cTn id="46" dur="1000"/>
                                        <p:tgtEl>
                                          <p:spTgt spid="406">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406">
                                            <p:txEl>
                                              <p:pRg st="6" end="6"/>
                                            </p:txEl>
                                          </p:spTgt>
                                        </p:tgtEl>
                                        <p:attrNameLst>
                                          <p:attrName>style.visibility</p:attrName>
                                        </p:attrNameLst>
                                      </p:cBhvr>
                                      <p:to>
                                        <p:strVal val="visible"/>
                                      </p:to>
                                    </p:set>
                                    <p:animEffect transition="in" filter="wipe(up)">
                                      <p:cBhvr>
                                        <p:cTn id="51" dur="1000"/>
                                        <p:tgtEl>
                                          <p:spTgt spid="406">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406">
                                            <p:txEl>
                                              <p:pRg st="7" end="7"/>
                                            </p:txEl>
                                          </p:spTgt>
                                        </p:tgtEl>
                                        <p:attrNameLst>
                                          <p:attrName>style.visibility</p:attrName>
                                        </p:attrNameLst>
                                      </p:cBhvr>
                                      <p:to>
                                        <p:strVal val="visible"/>
                                      </p:to>
                                    </p:set>
                                    <p:animEffect transition="in" filter="wipe(up)">
                                      <p:cBhvr>
                                        <p:cTn id="56" dur="1000"/>
                                        <p:tgtEl>
                                          <p:spTgt spid="40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 grpId="0"/>
      <p:bldP spid="404" grpId="0"/>
      <p:bldP spid="40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C696FD41-8E04-C667-E265-FE75F5D8DD65}"/>
            </a:ext>
          </a:extLst>
        </p:cNvPr>
        <p:cNvGrpSpPr/>
        <p:nvPr/>
      </p:nvGrpSpPr>
      <p:grpSpPr>
        <a:xfrm>
          <a:off x="0" y="0"/>
          <a:ext cx="0" cy="0"/>
          <a:chOff x="0" y="0"/>
          <a:chExt cx="0" cy="0"/>
        </a:xfrm>
      </p:grpSpPr>
      <p:sp>
        <p:nvSpPr>
          <p:cNvPr id="403" name="Google Shape;403;p42">
            <a:extLst>
              <a:ext uri="{FF2B5EF4-FFF2-40B4-BE49-F238E27FC236}">
                <a16:creationId xmlns:a16="http://schemas.microsoft.com/office/drawing/2014/main" id="{4B821577-5895-1080-50BE-ED23C90576AC}"/>
              </a:ext>
            </a:extLst>
          </p:cNvPr>
          <p:cNvSpPr txBox="1">
            <a:spLocks noGrp="1"/>
          </p:cNvSpPr>
          <p:nvPr>
            <p:ph type="title"/>
          </p:nvPr>
        </p:nvSpPr>
        <p:spPr>
          <a:xfrm>
            <a:off x="720000" y="538492"/>
            <a:ext cx="7704000" cy="572700"/>
          </a:xfrm>
          <a:prstGeom prst="rect">
            <a:avLst/>
          </a:prstGeom>
        </p:spPr>
        <p:txBody>
          <a:bodyPr spcFirstLastPara="1" wrap="square" lIns="91425" tIns="91425" rIns="91425" bIns="91425" anchor="t" anchorCtr="0">
            <a:noAutofit/>
          </a:bodyPr>
          <a:lstStyle/>
          <a:p>
            <a:pPr lvl="0"/>
            <a:r>
              <a:rPr lang="en-US" dirty="0"/>
              <a:t>DAX</a:t>
            </a:r>
            <a:endParaRPr dirty="0"/>
          </a:p>
        </p:txBody>
      </p:sp>
      <p:pic>
        <p:nvPicPr>
          <p:cNvPr id="6" name="Picture 5">
            <a:extLst>
              <a:ext uri="{FF2B5EF4-FFF2-40B4-BE49-F238E27FC236}">
                <a16:creationId xmlns:a16="http://schemas.microsoft.com/office/drawing/2014/main" id="{26682EF1-20DC-4720-2CC9-2B3C82671A65}"/>
              </a:ext>
            </a:extLst>
          </p:cNvPr>
          <p:cNvPicPr>
            <a:picLocks noChangeAspect="1"/>
          </p:cNvPicPr>
          <p:nvPr/>
        </p:nvPicPr>
        <p:blipFill>
          <a:blip r:embed="rId3"/>
          <a:srcRect t="4671" b="5707"/>
          <a:stretch>
            <a:fillRect/>
          </a:stretch>
        </p:blipFill>
        <p:spPr>
          <a:xfrm>
            <a:off x="720000" y="1266164"/>
            <a:ext cx="6848588" cy="3451260"/>
          </a:xfrm>
          <a:prstGeom prst="rect">
            <a:avLst/>
          </a:prstGeom>
        </p:spPr>
      </p:pic>
    </p:spTree>
    <p:extLst>
      <p:ext uri="{BB962C8B-B14F-4D97-AF65-F5344CB8AC3E}">
        <p14:creationId xmlns:p14="http://schemas.microsoft.com/office/powerpoint/2010/main" val="21833532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03"/>
                                        </p:tgtEl>
                                        <p:attrNameLst>
                                          <p:attrName>style.visibility</p:attrName>
                                        </p:attrNameLst>
                                      </p:cBhvr>
                                      <p:to>
                                        <p:strVal val="visible"/>
                                      </p:to>
                                    </p:set>
                                    <p:animEffect transition="in" filter="fade">
                                      <p:cBhvr>
                                        <p:cTn id="7" dur="1000"/>
                                        <p:tgtEl>
                                          <p:spTgt spid="403"/>
                                        </p:tgtEl>
                                      </p:cBhvr>
                                    </p:animEffect>
                                    <p:anim calcmode="lin" valueType="num">
                                      <p:cBhvr>
                                        <p:cTn id="8" dur="1000" fill="hold"/>
                                        <p:tgtEl>
                                          <p:spTgt spid="403"/>
                                        </p:tgtEl>
                                        <p:attrNameLst>
                                          <p:attrName>ppt_x</p:attrName>
                                        </p:attrNameLst>
                                      </p:cBhvr>
                                      <p:tavLst>
                                        <p:tav tm="0">
                                          <p:val>
                                            <p:strVal val="#ppt_x"/>
                                          </p:val>
                                        </p:tav>
                                        <p:tav tm="100000">
                                          <p:val>
                                            <p:strVal val="#ppt_x"/>
                                          </p:val>
                                        </p:tav>
                                      </p:tavLst>
                                    </p:anim>
                                    <p:anim calcmode="lin" valueType="num">
                                      <p:cBhvr>
                                        <p:cTn id="9" dur="1000" fill="hold"/>
                                        <p:tgtEl>
                                          <p:spTgt spid="40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0F8FE94D-1A53-797B-3AF5-D6E3284F0E85}"/>
            </a:ext>
          </a:extLst>
        </p:cNvPr>
        <p:cNvGrpSpPr/>
        <p:nvPr/>
      </p:nvGrpSpPr>
      <p:grpSpPr>
        <a:xfrm>
          <a:off x="0" y="0"/>
          <a:ext cx="0" cy="0"/>
          <a:chOff x="0" y="0"/>
          <a:chExt cx="0" cy="0"/>
        </a:xfrm>
      </p:grpSpPr>
      <p:sp>
        <p:nvSpPr>
          <p:cNvPr id="403" name="Google Shape;403;p42">
            <a:extLst>
              <a:ext uri="{FF2B5EF4-FFF2-40B4-BE49-F238E27FC236}">
                <a16:creationId xmlns:a16="http://schemas.microsoft.com/office/drawing/2014/main" id="{C939EA7A-BCD7-15FE-70B0-45C8E985CA33}"/>
              </a:ext>
            </a:extLst>
          </p:cNvPr>
          <p:cNvSpPr txBox="1">
            <a:spLocks noGrp="1"/>
          </p:cNvSpPr>
          <p:nvPr>
            <p:ph type="title"/>
          </p:nvPr>
        </p:nvSpPr>
        <p:spPr>
          <a:xfrm>
            <a:off x="720000" y="538492"/>
            <a:ext cx="7704000" cy="572700"/>
          </a:xfrm>
          <a:prstGeom prst="rect">
            <a:avLst/>
          </a:prstGeom>
        </p:spPr>
        <p:txBody>
          <a:bodyPr spcFirstLastPara="1" wrap="square" lIns="91425" tIns="91425" rIns="91425" bIns="91425" anchor="t" anchorCtr="0">
            <a:noAutofit/>
          </a:bodyPr>
          <a:lstStyle/>
          <a:p>
            <a:pPr lvl="0"/>
            <a:r>
              <a:rPr lang="en-US" dirty="0"/>
              <a:t>DAX</a:t>
            </a:r>
            <a:endParaRPr dirty="0"/>
          </a:p>
        </p:txBody>
      </p:sp>
      <p:pic>
        <p:nvPicPr>
          <p:cNvPr id="2" name="Picture 1">
            <a:extLst>
              <a:ext uri="{FF2B5EF4-FFF2-40B4-BE49-F238E27FC236}">
                <a16:creationId xmlns:a16="http://schemas.microsoft.com/office/drawing/2014/main" id="{51D8DB3A-F641-FF69-C66C-E33DA3B4DC5B}"/>
              </a:ext>
            </a:extLst>
          </p:cNvPr>
          <p:cNvPicPr>
            <a:picLocks noChangeAspect="1"/>
          </p:cNvPicPr>
          <p:nvPr/>
        </p:nvPicPr>
        <p:blipFill>
          <a:blip r:embed="rId3"/>
          <a:srcRect t="4653" b="5448"/>
          <a:stretch>
            <a:fillRect/>
          </a:stretch>
        </p:blipFill>
        <p:spPr>
          <a:xfrm>
            <a:off x="719999" y="1266164"/>
            <a:ext cx="6848587" cy="3461923"/>
          </a:xfrm>
          <a:prstGeom prst="rect">
            <a:avLst/>
          </a:prstGeom>
        </p:spPr>
      </p:pic>
    </p:spTree>
    <p:extLst>
      <p:ext uri="{BB962C8B-B14F-4D97-AF65-F5344CB8AC3E}">
        <p14:creationId xmlns:p14="http://schemas.microsoft.com/office/powerpoint/2010/main" val="404456213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03"/>
                                        </p:tgtEl>
                                        <p:attrNameLst>
                                          <p:attrName>style.visibility</p:attrName>
                                        </p:attrNameLst>
                                      </p:cBhvr>
                                      <p:to>
                                        <p:strVal val="visible"/>
                                      </p:to>
                                    </p:set>
                                    <p:animEffect transition="in" filter="fade">
                                      <p:cBhvr>
                                        <p:cTn id="7" dur="1000"/>
                                        <p:tgtEl>
                                          <p:spTgt spid="403"/>
                                        </p:tgtEl>
                                      </p:cBhvr>
                                    </p:animEffect>
                                    <p:anim calcmode="lin" valueType="num">
                                      <p:cBhvr>
                                        <p:cTn id="8" dur="1000" fill="hold"/>
                                        <p:tgtEl>
                                          <p:spTgt spid="403"/>
                                        </p:tgtEl>
                                        <p:attrNameLst>
                                          <p:attrName>ppt_x</p:attrName>
                                        </p:attrNameLst>
                                      </p:cBhvr>
                                      <p:tavLst>
                                        <p:tav tm="0">
                                          <p:val>
                                            <p:strVal val="#ppt_x"/>
                                          </p:val>
                                        </p:tav>
                                        <p:tav tm="100000">
                                          <p:val>
                                            <p:strVal val="#ppt_x"/>
                                          </p:val>
                                        </p:tav>
                                      </p:tavLst>
                                    </p:anim>
                                    <p:anim calcmode="lin" valueType="num">
                                      <p:cBhvr>
                                        <p:cTn id="9" dur="1000" fill="hold"/>
                                        <p:tgtEl>
                                          <p:spTgt spid="40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92A6B3A3-3245-0B58-CA52-DDCCC29F66B3}"/>
            </a:ext>
          </a:extLst>
        </p:cNvPr>
        <p:cNvGrpSpPr/>
        <p:nvPr/>
      </p:nvGrpSpPr>
      <p:grpSpPr>
        <a:xfrm>
          <a:off x="0" y="0"/>
          <a:ext cx="0" cy="0"/>
          <a:chOff x="0" y="0"/>
          <a:chExt cx="0" cy="0"/>
        </a:xfrm>
      </p:grpSpPr>
      <p:sp>
        <p:nvSpPr>
          <p:cNvPr id="490" name="Google Shape;490;p47">
            <a:extLst>
              <a:ext uri="{FF2B5EF4-FFF2-40B4-BE49-F238E27FC236}">
                <a16:creationId xmlns:a16="http://schemas.microsoft.com/office/drawing/2014/main" id="{D3E01004-3F63-B4A4-E1EB-CDF0EE2AC475}"/>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n-US" altLang="zh-CN" dirty="0"/>
              <a:t>Insights</a:t>
            </a:r>
            <a:endParaRPr dirty="0"/>
          </a:p>
        </p:txBody>
      </p:sp>
      <p:sp>
        <p:nvSpPr>
          <p:cNvPr id="5" name="Google Shape;406;p42">
            <a:extLst>
              <a:ext uri="{FF2B5EF4-FFF2-40B4-BE49-F238E27FC236}">
                <a16:creationId xmlns:a16="http://schemas.microsoft.com/office/drawing/2014/main" id="{67F744BC-EC0A-1EAD-7AC6-34DB03E59470}"/>
              </a:ext>
            </a:extLst>
          </p:cNvPr>
          <p:cNvSpPr txBox="1">
            <a:spLocks/>
          </p:cNvSpPr>
          <p:nvPr/>
        </p:nvSpPr>
        <p:spPr>
          <a:xfrm>
            <a:off x="709750" y="1350800"/>
            <a:ext cx="6309360" cy="314408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Wingdings" pitchFamily="2" charset="2"/>
              <a:buChar char="§"/>
            </a:pPr>
            <a:r>
              <a:rPr lang="en-US" b="1" dirty="0">
                <a:solidFill>
                  <a:schemeClr val="tx1"/>
                </a:solidFill>
              </a:rPr>
              <a:t>Ticket Sales</a:t>
            </a:r>
          </a:p>
          <a:p>
            <a:pPr marL="285750" indent="-285750" algn="just">
              <a:buFont typeface="Wingdings" pitchFamily="2" charset="2"/>
              <a:buChar char="§"/>
            </a:pPr>
            <a:r>
              <a:rPr lang="en-US" dirty="0">
                <a:solidFill>
                  <a:schemeClr val="tx1"/>
                </a:solidFill>
              </a:rPr>
              <a:t>Total purchased ticket</a:t>
            </a:r>
          </a:p>
          <a:p>
            <a:pPr marL="285750" indent="-285750" algn="just">
              <a:buFont typeface="Wingdings" pitchFamily="2" charset="2"/>
              <a:buChar char="§"/>
            </a:pPr>
            <a:r>
              <a:rPr lang="en-US" dirty="0">
                <a:solidFill>
                  <a:schemeClr val="tx1"/>
                </a:solidFill>
              </a:rPr>
              <a:t>Number of purchased ticket per week (trend)</a:t>
            </a:r>
          </a:p>
          <a:p>
            <a:pPr marL="285750" indent="-285750" algn="just">
              <a:buFont typeface="Wingdings" pitchFamily="2" charset="2"/>
              <a:buChar char="§"/>
            </a:pPr>
            <a:r>
              <a:rPr lang="en-US" dirty="0">
                <a:solidFill>
                  <a:schemeClr val="tx1"/>
                </a:solidFill>
              </a:rPr>
              <a:t>What is total Revenue?</a:t>
            </a:r>
          </a:p>
          <a:p>
            <a:pPr marL="285750" indent="-285750" algn="just">
              <a:buFont typeface="Wingdings" pitchFamily="2" charset="2"/>
              <a:buChar char="§"/>
            </a:pPr>
            <a:r>
              <a:rPr lang="en-US" dirty="0">
                <a:solidFill>
                  <a:schemeClr val="tx1"/>
                </a:solidFill>
              </a:rPr>
              <a:t>What is average ticket price by ticket type?</a:t>
            </a:r>
          </a:p>
          <a:p>
            <a:pPr marL="285750" indent="-285750" algn="just">
              <a:buFont typeface="Wingdings" pitchFamily="2" charset="2"/>
              <a:buChar char="§"/>
            </a:pPr>
            <a:r>
              <a:rPr lang="en-US" dirty="0">
                <a:solidFill>
                  <a:schemeClr val="tx1"/>
                </a:solidFill>
              </a:rPr>
              <a:t>What is average ticket price by ticket class?</a:t>
            </a:r>
          </a:p>
          <a:p>
            <a:pPr marL="285750" indent="-285750" algn="just">
              <a:buFont typeface="Wingdings" pitchFamily="2" charset="2"/>
              <a:buChar char="§"/>
            </a:pPr>
            <a:endParaRPr lang="en-US" dirty="0">
              <a:solidFill>
                <a:schemeClr val="tx1"/>
              </a:solidFill>
            </a:endParaRPr>
          </a:p>
          <a:p>
            <a:pPr marL="285750" indent="-285750" algn="just">
              <a:buFont typeface="Wingdings" pitchFamily="2" charset="2"/>
              <a:buChar char="§"/>
            </a:pPr>
            <a:r>
              <a:rPr lang="en-US" b="1" dirty="0">
                <a:solidFill>
                  <a:schemeClr val="tx1"/>
                </a:solidFill>
              </a:rPr>
              <a:t>Passenger</a:t>
            </a:r>
          </a:p>
          <a:p>
            <a:pPr marL="285750" indent="-285750" algn="just">
              <a:buFont typeface="Wingdings" pitchFamily="2" charset="2"/>
              <a:buChar char="§"/>
            </a:pPr>
            <a:r>
              <a:rPr lang="en-US" dirty="0">
                <a:solidFill>
                  <a:schemeClr val="tx1"/>
                </a:solidFill>
              </a:rPr>
              <a:t>What is the preferred way to purchase ticket?</a:t>
            </a:r>
          </a:p>
          <a:p>
            <a:pPr marL="285750" indent="-285750" algn="just">
              <a:buFont typeface="Wingdings" pitchFamily="2" charset="2"/>
              <a:buChar char="§"/>
            </a:pPr>
            <a:r>
              <a:rPr lang="en-US" dirty="0">
                <a:solidFill>
                  <a:schemeClr val="tx1"/>
                </a:solidFill>
              </a:rPr>
              <a:t>What is the preferred method of paying for tickets?</a:t>
            </a:r>
          </a:p>
          <a:p>
            <a:pPr marL="285750" indent="-285750" algn="just">
              <a:buFont typeface="Wingdings" pitchFamily="2" charset="2"/>
              <a:buChar char="§"/>
            </a:pPr>
            <a:r>
              <a:rPr lang="en-US" dirty="0">
                <a:solidFill>
                  <a:schemeClr val="tx1"/>
                </a:solidFill>
              </a:rPr>
              <a:t>What is passenger distribution by rail card?</a:t>
            </a:r>
          </a:p>
          <a:p>
            <a:pPr marL="285750" indent="-285750" algn="just">
              <a:buFont typeface="Wingdings" pitchFamily="2" charset="2"/>
              <a:buChar char="§"/>
            </a:pPr>
            <a:r>
              <a:rPr lang="en-US" dirty="0">
                <a:solidFill>
                  <a:schemeClr val="tx1"/>
                </a:solidFill>
              </a:rPr>
              <a:t>What is passenger distribution by ticket class?</a:t>
            </a:r>
          </a:p>
          <a:p>
            <a:pPr marL="285750" indent="-285750" algn="just">
              <a:buFont typeface="Wingdings" pitchFamily="2" charset="2"/>
              <a:buChar char="§"/>
            </a:pPr>
            <a:r>
              <a:rPr lang="en-US" dirty="0">
                <a:solidFill>
                  <a:schemeClr val="tx1"/>
                </a:solidFill>
              </a:rPr>
              <a:t>What is passenger distribution by ticket type?</a:t>
            </a:r>
          </a:p>
          <a:p>
            <a:pPr marL="285750" indent="-285750" algn="just">
              <a:buFont typeface="Wingdings" pitchFamily="2" charset="2"/>
              <a:buChar char="§"/>
            </a:pPr>
            <a:r>
              <a:rPr lang="en-US" dirty="0">
                <a:solidFill>
                  <a:schemeClr val="tx1"/>
                </a:solidFill>
              </a:rPr>
              <a:t>What is maximum, minimum, average preservation period?</a:t>
            </a:r>
          </a:p>
        </p:txBody>
      </p:sp>
    </p:spTree>
    <p:extLst>
      <p:ext uri="{BB962C8B-B14F-4D97-AF65-F5344CB8AC3E}">
        <p14:creationId xmlns:p14="http://schemas.microsoft.com/office/powerpoint/2010/main" val="39777522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90"/>
                                        </p:tgtEl>
                                        <p:attrNameLst>
                                          <p:attrName>style.visibility</p:attrName>
                                        </p:attrNameLst>
                                      </p:cBhvr>
                                      <p:to>
                                        <p:strVal val="visible"/>
                                      </p:to>
                                    </p:set>
                                    <p:animEffect transition="in" filter="fade">
                                      <p:cBhvr>
                                        <p:cTn id="7" dur="1000"/>
                                        <p:tgtEl>
                                          <p:spTgt spid="490"/>
                                        </p:tgtEl>
                                      </p:cBhvr>
                                    </p:animEffect>
                                    <p:anim calcmode="lin" valueType="num">
                                      <p:cBhvr>
                                        <p:cTn id="8" dur="1000" fill="hold"/>
                                        <p:tgtEl>
                                          <p:spTgt spid="490"/>
                                        </p:tgtEl>
                                        <p:attrNameLst>
                                          <p:attrName>ppt_x</p:attrName>
                                        </p:attrNameLst>
                                      </p:cBhvr>
                                      <p:tavLst>
                                        <p:tav tm="0">
                                          <p:val>
                                            <p:strVal val="#ppt_x"/>
                                          </p:val>
                                        </p:tav>
                                        <p:tav tm="100000">
                                          <p:val>
                                            <p:strVal val="#ppt_x"/>
                                          </p:val>
                                        </p:tav>
                                      </p:tavLst>
                                    </p:anim>
                                    <p:anim calcmode="lin" valueType="num">
                                      <p:cBhvr>
                                        <p:cTn id="9" dur="1000" fill="hold"/>
                                        <p:tgtEl>
                                          <p:spTgt spid="49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up)">
                                      <p:cBhvr>
                                        <p:cTn id="14" dur="10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wipe(up)">
                                      <p:cBhvr>
                                        <p:cTn id="19" dur="1000"/>
                                        <p:tgtEl>
                                          <p:spTgt spid="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up)">
                                      <p:cBhvr>
                                        <p:cTn id="24" dur="1000"/>
                                        <p:tgtEl>
                                          <p:spTgt spid="5">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Effect transition="in" filter="wipe(up)">
                                      <p:cBhvr>
                                        <p:cTn id="29" dur="1000"/>
                                        <p:tgtEl>
                                          <p:spTgt spid="5">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5">
                                            <p:txEl>
                                              <p:pRg st="4" end="4"/>
                                            </p:txEl>
                                          </p:spTgt>
                                        </p:tgtEl>
                                        <p:attrNameLst>
                                          <p:attrName>style.visibility</p:attrName>
                                        </p:attrNameLst>
                                      </p:cBhvr>
                                      <p:to>
                                        <p:strVal val="visible"/>
                                      </p:to>
                                    </p:set>
                                    <p:animEffect transition="in" filter="wipe(up)">
                                      <p:cBhvr>
                                        <p:cTn id="34" dur="1000"/>
                                        <p:tgtEl>
                                          <p:spTgt spid="5">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animEffect transition="in" filter="wipe(up)">
                                      <p:cBhvr>
                                        <p:cTn id="39" dur="1000"/>
                                        <p:tgtEl>
                                          <p:spTgt spid="5">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5">
                                            <p:txEl>
                                              <p:pRg st="7" end="7"/>
                                            </p:txEl>
                                          </p:spTgt>
                                        </p:tgtEl>
                                        <p:attrNameLst>
                                          <p:attrName>style.visibility</p:attrName>
                                        </p:attrNameLst>
                                      </p:cBhvr>
                                      <p:to>
                                        <p:strVal val="visible"/>
                                      </p:to>
                                    </p:set>
                                    <p:animEffect transition="in" filter="wipe(up)">
                                      <p:cBhvr>
                                        <p:cTn id="44" dur="1000"/>
                                        <p:tgtEl>
                                          <p:spTgt spid="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5">
                                            <p:txEl>
                                              <p:pRg st="8" end="8"/>
                                            </p:txEl>
                                          </p:spTgt>
                                        </p:tgtEl>
                                        <p:attrNameLst>
                                          <p:attrName>style.visibility</p:attrName>
                                        </p:attrNameLst>
                                      </p:cBhvr>
                                      <p:to>
                                        <p:strVal val="visible"/>
                                      </p:to>
                                    </p:set>
                                    <p:animEffect transition="in" filter="wipe(up)">
                                      <p:cBhvr>
                                        <p:cTn id="49" dur="1000"/>
                                        <p:tgtEl>
                                          <p:spTgt spid="5">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5">
                                            <p:txEl>
                                              <p:pRg st="9" end="9"/>
                                            </p:txEl>
                                          </p:spTgt>
                                        </p:tgtEl>
                                        <p:attrNameLst>
                                          <p:attrName>style.visibility</p:attrName>
                                        </p:attrNameLst>
                                      </p:cBhvr>
                                      <p:to>
                                        <p:strVal val="visible"/>
                                      </p:to>
                                    </p:set>
                                    <p:animEffect transition="in" filter="wipe(up)">
                                      <p:cBhvr>
                                        <p:cTn id="54" dur="1000"/>
                                        <p:tgtEl>
                                          <p:spTgt spid="5">
                                            <p:txEl>
                                              <p:pRg st="9" end="9"/>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5">
                                            <p:txEl>
                                              <p:pRg st="10" end="10"/>
                                            </p:txEl>
                                          </p:spTgt>
                                        </p:tgtEl>
                                        <p:attrNameLst>
                                          <p:attrName>style.visibility</p:attrName>
                                        </p:attrNameLst>
                                      </p:cBhvr>
                                      <p:to>
                                        <p:strVal val="visible"/>
                                      </p:to>
                                    </p:set>
                                    <p:animEffect transition="in" filter="wipe(up)">
                                      <p:cBhvr>
                                        <p:cTn id="59" dur="1000"/>
                                        <p:tgtEl>
                                          <p:spTgt spid="5">
                                            <p:txEl>
                                              <p:pRg st="10" end="1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5">
                                            <p:txEl>
                                              <p:pRg st="11" end="11"/>
                                            </p:txEl>
                                          </p:spTgt>
                                        </p:tgtEl>
                                        <p:attrNameLst>
                                          <p:attrName>style.visibility</p:attrName>
                                        </p:attrNameLst>
                                      </p:cBhvr>
                                      <p:to>
                                        <p:strVal val="visible"/>
                                      </p:to>
                                    </p:set>
                                    <p:animEffect transition="in" filter="wipe(up)">
                                      <p:cBhvr>
                                        <p:cTn id="64" dur="1000"/>
                                        <p:tgtEl>
                                          <p:spTgt spid="5">
                                            <p:txEl>
                                              <p:pRg st="11" end="1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5">
                                            <p:txEl>
                                              <p:pRg st="12" end="12"/>
                                            </p:txEl>
                                          </p:spTgt>
                                        </p:tgtEl>
                                        <p:attrNameLst>
                                          <p:attrName>style.visibility</p:attrName>
                                        </p:attrNameLst>
                                      </p:cBhvr>
                                      <p:to>
                                        <p:strVal val="visible"/>
                                      </p:to>
                                    </p:set>
                                    <p:animEffect transition="in" filter="wipe(up)">
                                      <p:cBhvr>
                                        <p:cTn id="69" dur="1000"/>
                                        <p:tgtEl>
                                          <p:spTgt spid="5">
                                            <p:txEl>
                                              <p:pRg st="12" end="12"/>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5">
                                            <p:txEl>
                                              <p:pRg st="13" end="13"/>
                                            </p:txEl>
                                          </p:spTgt>
                                        </p:tgtEl>
                                        <p:attrNameLst>
                                          <p:attrName>style.visibility</p:attrName>
                                        </p:attrNameLst>
                                      </p:cBhvr>
                                      <p:to>
                                        <p:strVal val="visible"/>
                                      </p:to>
                                    </p:set>
                                    <p:animEffect transition="in" filter="wipe(up)">
                                      <p:cBhvr>
                                        <p:cTn id="74" dur="1000"/>
                                        <p:tgtEl>
                                          <p:spTgt spid="5">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 grpId="0"/>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8">
          <a:extLst>
            <a:ext uri="{FF2B5EF4-FFF2-40B4-BE49-F238E27FC236}">
              <a16:creationId xmlns:a16="http://schemas.microsoft.com/office/drawing/2014/main" id="{394ED8CB-3EE2-3B93-1536-447DC7BC3267}"/>
            </a:ext>
          </a:extLst>
        </p:cNvPr>
        <p:cNvGrpSpPr/>
        <p:nvPr/>
      </p:nvGrpSpPr>
      <p:grpSpPr>
        <a:xfrm>
          <a:off x="0" y="0"/>
          <a:ext cx="0" cy="0"/>
          <a:chOff x="0" y="0"/>
          <a:chExt cx="0" cy="0"/>
        </a:xfrm>
      </p:grpSpPr>
      <p:sp>
        <p:nvSpPr>
          <p:cNvPr id="490" name="Google Shape;490;p47">
            <a:extLst>
              <a:ext uri="{FF2B5EF4-FFF2-40B4-BE49-F238E27FC236}">
                <a16:creationId xmlns:a16="http://schemas.microsoft.com/office/drawing/2014/main" id="{27B5C84A-BF77-EED8-2397-08627C04DB3D}"/>
              </a:ext>
            </a:extLst>
          </p:cNvPr>
          <p:cNvSpPr txBox="1">
            <a:spLocks noGrp="1"/>
          </p:cNvSpPr>
          <p:nvPr>
            <p:ph type="title"/>
          </p:nvPr>
        </p:nvSpPr>
        <p:spPr>
          <a:prstGeom prst="rect">
            <a:avLst/>
          </a:prstGeom>
        </p:spPr>
        <p:txBody>
          <a:bodyPr spcFirstLastPara="1" wrap="square" lIns="91425" tIns="91425" rIns="91425" bIns="91425" anchor="t" anchorCtr="0">
            <a:noAutofit/>
          </a:bodyPr>
          <a:lstStyle/>
          <a:p>
            <a:pPr lvl="0"/>
            <a:r>
              <a:rPr lang="en-US" altLang="zh-CN" dirty="0"/>
              <a:t>Insights</a:t>
            </a:r>
            <a:endParaRPr dirty="0"/>
          </a:p>
        </p:txBody>
      </p:sp>
      <p:sp>
        <p:nvSpPr>
          <p:cNvPr id="5" name="Google Shape;406;p42">
            <a:extLst>
              <a:ext uri="{FF2B5EF4-FFF2-40B4-BE49-F238E27FC236}">
                <a16:creationId xmlns:a16="http://schemas.microsoft.com/office/drawing/2014/main" id="{C3FE5277-BD23-0CCE-ACFD-28DABF042D49}"/>
              </a:ext>
            </a:extLst>
          </p:cNvPr>
          <p:cNvSpPr txBox="1">
            <a:spLocks/>
          </p:cNvSpPr>
          <p:nvPr/>
        </p:nvSpPr>
        <p:spPr>
          <a:xfrm>
            <a:off x="709750" y="1350800"/>
            <a:ext cx="6309360" cy="298984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Wingdings" pitchFamily="2" charset="2"/>
              <a:buChar char="§"/>
            </a:pPr>
            <a:r>
              <a:rPr lang="en-US" b="1" dirty="0">
                <a:solidFill>
                  <a:schemeClr val="tx1"/>
                </a:solidFill>
              </a:rPr>
              <a:t>Station and routes</a:t>
            </a:r>
          </a:p>
          <a:p>
            <a:pPr marL="285750" indent="-285750" algn="just">
              <a:buFont typeface="Wingdings" pitchFamily="2" charset="2"/>
              <a:buChar char="§"/>
            </a:pPr>
            <a:r>
              <a:rPr lang="en-US" dirty="0">
                <a:solidFill>
                  <a:schemeClr val="tx1"/>
                </a:solidFill>
              </a:rPr>
              <a:t>How many departure station?</a:t>
            </a:r>
          </a:p>
          <a:p>
            <a:pPr marL="285750" indent="-285750" algn="just">
              <a:buFont typeface="Wingdings" pitchFamily="2" charset="2"/>
              <a:buChar char="§"/>
            </a:pPr>
            <a:r>
              <a:rPr lang="en-US" dirty="0">
                <a:solidFill>
                  <a:schemeClr val="tx1"/>
                </a:solidFill>
              </a:rPr>
              <a:t>How many arrival station?</a:t>
            </a:r>
          </a:p>
          <a:p>
            <a:pPr marL="285750" indent="-285750" algn="just">
              <a:buFont typeface="Wingdings" pitchFamily="2" charset="2"/>
              <a:buChar char="§"/>
            </a:pPr>
            <a:r>
              <a:rPr lang="en-US" dirty="0">
                <a:solidFill>
                  <a:schemeClr val="tx1"/>
                </a:solidFill>
              </a:rPr>
              <a:t>How many route What are the most popular routes?</a:t>
            </a:r>
          </a:p>
          <a:p>
            <a:pPr marL="285750" indent="-285750" algn="just">
              <a:buFont typeface="Wingdings" pitchFamily="2" charset="2"/>
              <a:buChar char="§"/>
            </a:pPr>
            <a:r>
              <a:rPr lang="en-US" dirty="0">
                <a:solidFill>
                  <a:schemeClr val="tx1"/>
                </a:solidFill>
              </a:rPr>
              <a:t>What are peak travel day?</a:t>
            </a:r>
          </a:p>
          <a:p>
            <a:pPr marL="285750" indent="-285750" algn="just">
              <a:buFont typeface="Wingdings" pitchFamily="2" charset="2"/>
              <a:buChar char="§"/>
            </a:pPr>
            <a:r>
              <a:rPr lang="en-US" dirty="0">
                <a:solidFill>
                  <a:schemeClr val="tx1"/>
                </a:solidFill>
              </a:rPr>
              <a:t>What are peak travel hour?</a:t>
            </a:r>
          </a:p>
          <a:p>
            <a:pPr marL="285750" indent="-285750" algn="just">
              <a:buFont typeface="Wingdings" pitchFamily="2" charset="2"/>
              <a:buChar char="§"/>
            </a:pPr>
            <a:endParaRPr lang="en-US" dirty="0">
              <a:solidFill>
                <a:schemeClr val="tx1"/>
              </a:solidFill>
            </a:endParaRPr>
          </a:p>
          <a:p>
            <a:pPr marL="285750" indent="-285750" algn="just">
              <a:buFont typeface="Wingdings" pitchFamily="2" charset="2"/>
              <a:buChar char="§"/>
            </a:pPr>
            <a:r>
              <a:rPr lang="en-US" b="1" dirty="0">
                <a:solidFill>
                  <a:schemeClr val="tx1"/>
                </a:solidFill>
              </a:rPr>
              <a:t>Performance</a:t>
            </a:r>
          </a:p>
          <a:p>
            <a:pPr marL="285750" indent="-285750" algn="just">
              <a:buFont typeface="Wingdings" pitchFamily="2" charset="2"/>
              <a:buChar char="§"/>
            </a:pPr>
            <a:r>
              <a:rPr lang="en-US" dirty="0">
                <a:solidFill>
                  <a:schemeClr val="tx1"/>
                </a:solidFill>
              </a:rPr>
              <a:t>Number of on time, delayed, cancel trip?</a:t>
            </a:r>
          </a:p>
          <a:p>
            <a:pPr marL="285750" indent="-285750" algn="just">
              <a:buFont typeface="Wingdings" pitchFamily="2" charset="2"/>
              <a:buChar char="§"/>
            </a:pPr>
            <a:r>
              <a:rPr lang="en-US" dirty="0">
                <a:solidFill>
                  <a:schemeClr val="tx1"/>
                </a:solidFill>
              </a:rPr>
              <a:t>Reason for delayed Reason for cancelled</a:t>
            </a:r>
          </a:p>
          <a:p>
            <a:pPr marL="285750" indent="-285750" algn="just">
              <a:buFont typeface="Wingdings" pitchFamily="2" charset="2"/>
              <a:buChar char="§"/>
            </a:pPr>
            <a:r>
              <a:rPr lang="en-US" dirty="0">
                <a:solidFill>
                  <a:schemeClr val="tx1"/>
                </a:solidFill>
              </a:rPr>
              <a:t>Trip status by route</a:t>
            </a:r>
          </a:p>
          <a:p>
            <a:pPr marL="285750" indent="-285750" algn="just">
              <a:buFont typeface="Wingdings" pitchFamily="2" charset="2"/>
              <a:buChar char="§"/>
            </a:pPr>
            <a:r>
              <a:rPr lang="en-US" dirty="0">
                <a:solidFill>
                  <a:schemeClr val="tx1"/>
                </a:solidFill>
              </a:rPr>
              <a:t>What is maximum, minimum, average delayed period?</a:t>
            </a:r>
          </a:p>
          <a:p>
            <a:pPr marL="285750" indent="-285750" algn="just">
              <a:buFont typeface="Wingdings" pitchFamily="2" charset="2"/>
              <a:buChar char="§"/>
            </a:pPr>
            <a:r>
              <a:rPr lang="en-US" dirty="0">
                <a:solidFill>
                  <a:schemeClr val="tx1"/>
                </a:solidFill>
              </a:rPr>
              <a:t>Percentage of refund Requests </a:t>
            </a:r>
          </a:p>
        </p:txBody>
      </p:sp>
    </p:spTree>
    <p:extLst>
      <p:ext uri="{BB962C8B-B14F-4D97-AF65-F5344CB8AC3E}">
        <p14:creationId xmlns:p14="http://schemas.microsoft.com/office/powerpoint/2010/main" val="2026881547"/>
      </p:ext>
    </p:extLst>
  </p:cSld>
  <p:clrMapOvr>
    <a:overrideClrMapping bg1="lt1" tx1="dk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90"/>
                                        </p:tgtEl>
                                        <p:attrNameLst>
                                          <p:attrName>style.visibility</p:attrName>
                                        </p:attrNameLst>
                                      </p:cBhvr>
                                      <p:to>
                                        <p:strVal val="visible"/>
                                      </p:to>
                                    </p:set>
                                    <p:animEffect transition="in" filter="fade">
                                      <p:cBhvr>
                                        <p:cTn id="7" dur="1000"/>
                                        <p:tgtEl>
                                          <p:spTgt spid="490"/>
                                        </p:tgtEl>
                                      </p:cBhvr>
                                    </p:animEffect>
                                    <p:anim calcmode="lin" valueType="num">
                                      <p:cBhvr>
                                        <p:cTn id="8" dur="1000" fill="hold"/>
                                        <p:tgtEl>
                                          <p:spTgt spid="490"/>
                                        </p:tgtEl>
                                        <p:attrNameLst>
                                          <p:attrName>ppt_x</p:attrName>
                                        </p:attrNameLst>
                                      </p:cBhvr>
                                      <p:tavLst>
                                        <p:tav tm="0">
                                          <p:val>
                                            <p:strVal val="#ppt_x"/>
                                          </p:val>
                                        </p:tav>
                                        <p:tav tm="100000">
                                          <p:val>
                                            <p:strVal val="#ppt_x"/>
                                          </p:val>
                                        </p:tav>
                                      </p:tavLst>
                                    </p:anim>
                                    <p:anim calcmode="lin" valueType="num">
                                      <p:cBhvr>
                                        <p:cTn id="9" dur="1000" fill="hold"/>
                                        <p:tgtEl>
                                          <p:spTgt spid="49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up)">
                                      <p:cBhvr>
                                        <p:cTn id="14" dur="10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wipe(up)">
                                      <p:cBhvr>
                                        <p:cTn id="19" dur="1000"/>
                                        <p:tgtEl>
                                          <p:spTgt spid="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up)">
                                      <p:cBhvr>
                                        <p:cTn id="24" dur="1000"/>
                                        <p:tgtEl>
                                          <p:spTgt spid="5">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Effect transition="in" filter="wipe(up)">
                                      <p:cBhvr>
                                        <p:cTn id="29" dur="1000"/>
                                        <p:tgtEl>
                                          <p:spTgt spid="5">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5">
                                            <p:txEl>
                                              <p:pRg st="4" end="4"/>
                                            </p:txEl>
                                          </p:spTgt>
                                        </p:tgtEl>
                                        <p:attrNameLst>
                                          <p:attrName>style.visibility</p:attrName>
                                        </p:attrNameLst>
                                      </p:cBhvr>
                                      <p:to>
                                        <p:strVal val="visible"/>
                                      </p:to>
                                    </p:set>
                                    <p:animEffect transition="in" filter="wipe(up)">
                                      <p:cBhvr>
                                        <p:cTn id="34" dur="1000"/>
                                        <p:tgtEl>
                                          <p:spTgt spid="5">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animEffect transition="in" filter="wipe(up)">
                                      <p:cBhvr>
                                        <p:cTn id="39" dur="1000"/>
                                        <p:tgtEl>
                                          <p:spTgt spid="5">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5">
                                            <p:txEl>
                                              <p:pRg st="7" end="7"/>
                                            </p:txEl>
                                          </p:spTgt>
                                        </p:tgtEl>
                                        <p:attrNameLst>
                                          <p:attrName>style.visibility</p:attrName>
                                        </p:attrNameLst>
                                      </p:cBhvr>
                                      <p:to>
                                        <p:strVal val="visible"/>
                                      </p:to>
                                    </p:set>
                                    <p:animEffect transition="in" filter="wipe(up)">
                                      <p:cBhvr>
                                        <p:cTn id="44" dur="1000"/>
                                        <p:tgtEl>
                                          <p:spTgt spid="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5">
                                            <p:txEl>
                                              <p:pRg st="8" end="8"/>
                                            </p:txEl>
                                          </p:spTgt>
                                        </p:tgtEl>
                                        <p:attrNameLst>
                                          <p:attrName>style.visibility</p:attrName>
                                        </p:attrNameLst>
                                      </p:cBhvr>
                                      <p:to>
                                        <p:strVal val="visible"/>
                                      </p:to>
                                    </p:set>
                                    <p:animEffect transition="in" filter="wipe(up)">
                                      <p:cBhvr>
                                        <p:cTn id="49" dur="1000"/>
                                        <p:tgtEl>
                                          <p:spTgt spid="5">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5">
                                            <p:txEl>
                                              <p:pRg st="9" end="9"/>
                                            </p:txEl>
                                          </p:spTgt>
                                        </p:tgtEl>
                                        <p:attrNameLst>
                                          <p:attrName>style.visibility</p:attrName>
                                        </p:attrNameLst>
                                      </p:cBhvr>
                                      <p:to>
                                        <p:strVal val="visible"/>
                                      </p:to>
                                    </p:set>
                                    <p:animEffect transition="in" filter="wipe(up)">
                                      <p:cBhvr>
                                        <p:cTn id="54" dur="1000"/>
                                        <p:tgtEl>
                                          <p:spTgt spid="5">
                                            <p:txEl>
                                              <p:pRg st="9" end="9"/>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5">
                                            <p:txEl>
                                              <p:pRg st="10" end="10"/>
                                            </p:txEl>
                                          </p:spTgt>
                                        </p:tgtEl>
                                        <p:attrNameLst>
                                          <p:attrName>style.visibility</p:attrName>
                                        </p:attrNameLst>
                                      </p:cBhvr>
                                      <p:to>
                                        <p:strVal val="visible"/>
                                      </p:to>
                                    </p:set>
                                    <p:animEffect transition="in" filter="wipe(up)">
                                      <p:cBhvr>
                                        <p:cTn id="59" dur="1000"/>
                                        <p:tgtEl>
                                          <p:spTgt spid="5">
                                            <p:txEl>
                                              <p:pRg st="10" end="1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5">
                                            <p:txEl>
                                              <p:pRg st="11" end="11"/>
                                            </p:txEl>
                                          </p:spTgt>
                                        </p:tgtEl>
                                        <p:attrNameLst>
                                          <p:attrName>style.visibility</p:attrName>
                                        </p:attrNameLst>
                                      </p:cBhvr>
                                      <p:to>
                                        <p:strVal val="visible"/>
                                      </p:to>
                                    </p:set>
                                    <p:animEffect transition="in" filter="wipe(up)">
                                      <p:cBhvr>
                                        <p:cTn id="64" dur="1000"/>
                                        <p:tgtEl>
                                          <p:spTgt spid="5">
                                            <p:txEl>
                                              <p:pRg st="11" end="1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5">
                                            <p:txEl>
                                              <p:pRg st="12" end="12"/>
                                            </p:txEl>
                                          </p:spTgt>
                                        </p:tgtEl>
                                        <p:attrNameLst>
                                          <p:attrName>style.visibility</p:attrName>
                                        </p:attrNameLst>
                                      </p:cBhvr>
                                      <p:to>
                                        <p:strVal val="visible"/>
                                      </p:to>
                                    </p:set>
                                    <p:animEffect transition="in" filter="wipe(up)">
                                      <p:cBhvr>
                                        <p:cTn id="69" dur="10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 grpId="0"/>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90;p47">
            <a:extLst>
              <a:ext uri="{FF2B5EF4-FFF2-40B4-BE49-F238E27FC236}">
                <a16:creationId xmlns:a16="http://schemas.microsoft.com/office/drawing/2014/main" id="{1EA11F7F-5282-3FEC-B263-8DEB64F98D77}"/>
              </a:ext>
            </a:extLst>
          </p:cNvPr>
          <p:cNvSpPr txBox="1">
            <a:spLocks/>
          </p:cNvSpPr>
          <p:nvPr/>
        </p:nvSpPr>
        <p:spPr>
          <a:xfrm>
            <a:off x="720000" y="539500"/>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lgn="ctr">
              <a:buClr>
                <a:schemeClr val="dk1"/>
              </a:buClr>
              <a:buSzPts val="3000"/>
              <a:buFont typeface="Poppins"/>
              <a:buNone/>
              <a:defRPr sz="3000" b="1">
                <a:solidFill>
                  <a:schemeClr val="dk1"/>
                </a:solidFill>
                <a:latin typeface="Poppins"/>
                <a:ea typeface="Poppins"/>
                <a:cs typeface="Poppins"/>
                <a:sym typeface="Poppins"/>
              </a:defRPr>
            </a:lvl1pPr>
            <a:lvl2pPr>
              <a:buClr>
                <a:schemeClr val="dk1"/>
              </a:buClr>
              <a:buSzPts val="3000"/>
              <a:buFont typeface="Poppins"/>
              <a:buNone/>
              <a:defRPr sz="3000" b="1">
                <a:solidFill>
                  <a:schemeClr val="dk1"/>
                </a:solidFill>
                <a:latin typeface="Poppins"/>
                <a:ea typeface="Poppins"/>
                <a:cs typeface="Poppins"/>
                <a:sym typeface="Poppins"/>
              </a:defRPr>
            </a:lvl2pPr>
            <a:lvl3pPr>
              <a:buClr>
                <a:schemeClr val="dk1"/>
              </a:buClr>
              <a:buSzPts val="3000"/>
              <a:buFont typeface="Poppins"/>
              <a:buNone/>
              <a:defRPr sz="3000" b="1">
                <a:solidFill>
                  <a:schemeClr val="dk1"/>
                </a:solidFill>
                <a:latin typeface="Poppins"/>
                <a:ea typeface="Poppins"/>
                <a:cs typeface="Poppins"/>
                <a:sym typeface="Poppins"/>
              </a:defRPr>
            </a:lvl3pPr>
            <a:lvl4pPr>
              <a:buClr>
                <a:schemeClr val="dk1"/>
              </a:buClr>
              <a:buSzPts val="3000"/>
              <a:buFont typeface="Poppins"/>
              <a:buNone/>
              <a:defRPr sz="3000" b="1">
                <a:solidFill>
                  <a:schemeClr val="dk1"/>
                </a:solidFill>
                <a:latin typeface="Poppins"/>
                <a:ea typeface="Poppins"/>
                <a:cs typeface="Poppins"/>
                <a:sym typeface="Poppins"/>
              </a:defRPr>
            </a:lvl4pPr>
            <a:lvl5pPr>
              <a:buClr>
                <a:schemeClr val="dk1"/>
              </a:buClr>
              <a:buSzPts val="3000"/>
              <a:buFont typeface="Poppins"/>
              <a:buNone/>
              <a:defRPr sz="3000" b="1">
                <a:solidFill>
                  <a:schemeClr val="dk1"/>
                </a:solidFill>
                <a:latin typeface="Poppins"/>
                <a:ea typeface="Poppins"/>
                <a:cs typeface="Poppins"/>
                <a:sym typeface="Poppins"/>
              </a:defRPr>
            </a:lvl5pPr>
            <a:lvl6pPr>
              <a:buClr>
                <a:schemeClr val="dk1"/>
              </a:buClr>
              <a:buSzPts val="3000"/>
              <a:buFont typeface="Poppins"/>
              <a:buNone/>
              <a:defRPr sz="3000" b="1">
                <a:solidFill>
                  <a:schemeClr val="dk1"/>
                </a:solidFill>
                <a:latin typeface="Poppins"/>
                <a:ea typeface="Poppins"/>
                <a:cs typeface="Poppins"/>
                <a:sym typeface="Poppins"/>
              </a:defRPr>
            </a:lvl6pPr>
            <a:lvl7pPr>
              <a:buClr>
                <a:schemeClr val="dk1"/>
              </a:buClr>
              <a:buSzPts val="3000"/>
              <a:buFont typeface="Poppins"/>
              <a:buNone/>
              <a:defRPr sz="3000" b="1">
                <a:solidFill>
                  <a:schemeClr val="dk1"/>
                </a:solidFill>
                <a:latin typeface="Poppins"/>
                <a:ea typeface="Poppins"/>
                <a:cs typeface="Poppins"/>
                <a:sym typeface="Poppins"/>
              </a:defRPr>
            </a:lvl7pPr>
            <a:lvl8pPr>
              <a:buClr>
                <a:schemeClr val="dk1"/>
              </a:buClr>
              <a:buSzPts val="3000"/>
              <a:buFont typeface="Poppins"/>
              <a:buNone/>
              <a:defRPr sz="3000" b="1">
                <a:solidFill>
                  <a:schemeClr val="dk1"/>
                </a:solidFill>
                <a:latin typeface="Poppins"/>
                <a:ea typeface="Poppins"/>
                <a:cs typeface="Poppins"/>
                <a:sym typeface="Poppins"/>
              </a:defRPr>
            </a:lvl8pPr>
            <a:lvl9pPr>
              <a:buClr>
                <a:schemeClr val="dk1"/>
              </a:buClr>
              <a:buSzPts val="3000"/>
              <a:buFont typeface="Poppins"/>
              <a:buNone/>
              <a:defRPr sz="3000" b="1">
                <a:solidFill>
                  <a:schemeClr val="dk1"/>
                </a:solidFill>
                <a:latin typeface="Poppins"/>
                <a:ea typeface="Poppins"/>
                <a:cs typeface="Poppins"/>
                <a:sym typeface="Poppins"/>
              </a:defRPr>
            </a:lvl9pPr>
          </a:lstStyle>
          <a:p>
            <a:r>
              <a:rPr lang="en-US" altLang="zh-CN" dirty="0"/>
              <a:t>Visuals</a:t>
            </a:r>
            <a:endParaRPr lang="en-US" dirty="0"/>
          </a:p>
        </p:txBody>
      </p:sp>
      <p:pic>
        <p:nvPicPr>
          <p:cNvPr id="4" name="Picture 3">
            <a:extLst>
              <a:ext uri="{FF2B5EF4-FFF2-40B4-BE49-F238E27FC236}">
                <a16:creationId xmlns:a16="http://schemas.microsoft.com/office/drawing/2014/main" id="{5C48C265-B91F-FF66-0212-626484D30FCD}"/>
              </a:ext>
            </a:extLst>
          </p:cNvPr>
          <p:cNvPicPr>
            <a:picLocks noChangeAspect="1"/>
          </p:cNvPicPr>
          <p:nvPr/>
        </p:nvPicPr>
        <p:blipFill>
          <a:blip r:embed="rId2"/>
          <a:stretch>
            <a:fillRect/>
          </a:stretch>
        </p:blipFill>
        <p:spPr>
          <a:xfrm>
            <a:off x="1894901" y="1225282"/>
            <a:ext cx="1828800" cy="1657350"/>
          </a:xfrm>
          <a:prstGeom prst="rect">
            <a:avLst/>
          </a:prstGeom>
        </p:spPr>
      </p:pic>
      <p:pic>
        <p:nvPicPr>
          <p:cNvPr id="6" name="Picture 5">
            <a:extLst>
              <a:ext uri="{FF2B5EF4-FFF2-40B4-BE49-F238E27FC236}">
                <a16:creationId xmlns:a16="http://schemas.microsoft.com/office/drawing/2014/main" id="{A7FCE39B-9767-5DB3-ED9E-9D0E59C0F1AE}"/>
              </a:ext>
            </a:extLst>
          </p:cNvPr>
          <p:cNvPicPr>
            <a:picLocks noChangeAspect="1"/>
          </p:cNvPicPr>
          <p:nvPr/>
        </p:nvPicPr>
        <p:blipFill>
          <a:blip r:embed="rId3"/>
          <a:stretch>
            <a:fillRect/>
          </a:stretch>
        </p:blipFill>
        <p:spPr>
          <a:xfrm>
            <a:off x="5568051" y="1301482"/>
            <a:ext cx="2238375" cy="1504950"/>
          </a:xfrm>
          <a:prstGeom prst="rect">
            <a:avLst/>
          </a:prstGeom>
        </p:spPr>
      </p:pic>
      <p:pic>
        <p:nvPicPr>
          <p:cNvPr id="8" name="Picture 7">
            <a:extLst>
              <a:ext uri="{FF2B5EF4-FFF2-40B4-BE49-F238E27FC236}">
                <a16:creationId xmlns:a16="http://schemas.microsoft.com/office/drawing/2014/main" id="{3E52A393-0374-7E65-7790-8472CF378423}"/>
              </a:ext>
            </a:extLst>
          </p:cNvPr>
          <p:cNvPicPr>
            <a:picLocks noChangeAspect="1"/>
          </p:cNvPicPr>
          <p:nvPr/>
        </p:nvPicPr>
        <p:blipFill>
          <a:blip r:embed="rId4"/>
          <a:srcRect l="226"/>
          <a:stretch>
            <a:fillRect/>
          </a:stretch>
        </p:blipFill>
        <p:spPr>
          <a:xfrm>
            <a:off x="2346592" y="2995714"/>
            <a:ext cx="4450815" cy="1969813"/>
          </a:xfrm>
          <a:prstGeom prst="rect">
            <a:avLst/>
          </a:prstGeom>
        </p:spPr>
      </p:pic>
    </p:spTree>
    <p:extLst>
      <p:ext uri="{BB962C8B-B14F-4D97-AF65-F5344CB8AC3E}">
        <p14:creationId xmlns:p14="http://schemas.microsoft.com/office/powerpoint/2010/main" val="3886339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heel(1)">
                                      <p:cBhvr>
                                        <p:cTn id="19" dur="20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heel(1)">
                                      <p:cBhvr>
                                        <p:cTn id="24"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Industrial Preliminary Project by Slidesgo">
  <a:themeElements>
    <a:clrScheme name="Simple Light">
      <a:dk1>
        <a:srgbClr val="202A41"/>
      </a:dk1>
      <a:lt1>
        <a:srgbClr val="FFFFFF"/>
      </a:lt1>
      <a:dk2>
        <a:srgbClr val="516988"/>
      </a:dk2>
      <a:lt2>
        <a:srgbClr val="D3E1F1"/>
      </a:lt2>
      <a:accent1>
        <a:srgbClr val="90ABCE"/>
      </a:accent1>
      <a:accent2>
        <a:srgbClr val="6E86A5"/>
      </a:accent2>
      <a:accent3>
        <a:srgbClr val="F5F4F3"/>
      </a:accent3>
      <a:accent4>
        <a:srgbClr val="FFFFFF"/>
      </a:accent4>
      <a:accent5>
        <a:srgbClr val="FFFFFF"/>
      </a:accent5>
      <a:accent6>
        <a:srgbClr val="FFFFFF"/>
      </a:accent6>
      <a:hlink>
        <a:srgbClr val="202A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202A41"/>
    </a:dk1>
    <a:lt1>
      <a:srgbClr val="FFFFFF"/>
    </a:lt1>
    <a:dk2>
      <a:srgbClr val="516988"/>
    </a:dk2>
    <a:lt2>
      <a:srgbClr val="D3E1F1"/>
    </a:lt2>
    <a:accent1>
      <a:srgbClr val="90ABCE"/>
    </a:accent1>
    <a:accent2>
      <a:srgbClr val="6E86A5"/>
    </a:accent2>
    <a:accent3>
      <a:srgbClr val="F5F4F3"/>
    </a:accent3>
    <a:accent4>
      <a:srgbClr val="FFFFFF"/>
    </a:accent4>
    <a:accent5>
      <a:srgbClr val="FFFFFF"/>
    </a:accent5>
    <a:accent6>
      <a:srgbClr val="FFFFFF"/>
    </a:accent6>
    <a:hlink>
      <a:srgbClr val="202A41"/>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97</TotalTime>
  <Words>658</Words>
  <Application>Microsoft Office PowerPoint</Application>
  <PresentationFormat>On-screen Show (16:9)</PresentationFormat>
  <Paragraphs>101</Paragraphs>
  <Slides>17</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Nunito Light</vt:lpstr>
      <vt:lpstr>Anaheim</vt:lpstr>
      <vt:lpstr>Wingdings</vt:lpstr>
      <vt:lpstr>Arial</vt:lpstr>
      <vt:lpstr>Poppins</vt:lpstr>
      <vt:lpstr>Industrial Preliminary Project by Slidesgo</vt:lpstr>
      <vt:lpstr>UK Train Rides Dashboard</vt:lpstr>
      <vt:lpstr>Team Members</vt:lpstr>
      <vt:lpstr>TABLE OF CONTENTS</vt:lpstr>
      <vt:lpstr>Project Overview</vt:lpstr>
      <vt:lpstr>Data Description</vt:lpstr>
      <vt:lpstr>Steps</vt:lpstr>
      <vt:lpstr>Data Cleaning</vt:lpstr>
      <vt:lpstr>Data Cleaning</vt:lpstr>
      <vt:lpstr>Data Cleaning</vt:lpstr>
      <vt:lpstr>Data Modeling</vt:lpstr>
      <vt:lpstr>DAX</vt:lpstr>
      <vt:lpstr>DAX</vt:lpstr>
      <vt:lpstr>DAX</vt:lpstr>
      <vt:lpstr>DAX</vt:lpstr>
      <vt:lpstr>Insights</vt:lpstr>
      <vt:lpstr>Insights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PC -1</dc:creator>
  <cp:lastModifiedBy>Ahmed Essam eldin Ibrahim</cp:lastModifiedBy>
  <cp:revision>10</cp:revision>
  <dcterms:modified xsi:type="dcterms:W3CDTF">2025-10-10T09:30:44Z</dcterms:modified>
</cp:coreProperties>
</file>